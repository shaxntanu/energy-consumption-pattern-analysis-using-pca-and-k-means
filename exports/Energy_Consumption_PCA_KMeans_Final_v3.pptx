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613dc836c74200" /><Relationship Type="http://schemas.openxmlformats.org/officeDocument/2006/relationships/extended-properties" Target="/docProps/app.xml" Id="R2d91889433514b7f" /><Relationship Type="http://schemas.openxmlformats.org/officeDocument/2006/relationships/officeDocument" Target="/ppt/presentation.xml" Id="R6f70c6afb4dd42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8d421c30d451a"/>
  </p:sldMasterIdLst>
  <p:notesMasterIdLst>
    <p:notesMasterId xmlns:r="http://schemas.openxmlformats.org/officeDocument/2006/relationships" r:id="R3a24fc890b484711"/>
  </p:notesMasterIdLst>
  <p:sldIdLst>
    <p:sldId xmlns:r="http://schemas.openxmlformats.org/officeDocument/2006/relationships" id="256" r:id="R7866c0815916480f"/>
    <p:sldId xmlns:r="http://schemas.openxmlformats.org/officeDocument/2006/relationships" id="257" r:id="R7989f7dac2334dd9"/>
    <p:sldId xmlns:r="http://schemas.openxmlformats.org/officeDocument/2006/relationships" id="258" r:id="R9cc9d2e6cc034618"/>
    <p:sldId xmlns:r="http://schemas.openxmlformats.org/officeDocument/2006/relationships" id="259" r:id="R5a78ac9862154da1"/>
    <p:sldId xmlns:r="http://schemas.openxmlformats.org/officeDocument/2006/relationships" id="260" r:id="R3e7922af974240d6"/>
    <p:sldId xmlns:r="http://schemas.openxmlformats.org/officeDocument/2006/relationships" id="261" r:id="Rc88fc53103214953"/>
    <p:sldId xmlns:r="http://schemas.openxmlformats.org/officeDocument/2006/relationships" id="262" r:id="R1cd477e522094e57"/>
    <p:sldId xmlns:r="http://schemas.openxmlformats.org/officeDocument/2006/relationships" id="263" r:id="R60248b06a5da4527"/>
    <p:sldId xmlns:r="http://schemas.openxmlformats.org/officeDocument/2006/relationships" id="264" r:id="R6d48ff00a77c4dfc"/>
    <p:sldId xmlns:r="http://schemas.openxmlformats.org/officeDocument/2006/relationships" id="265" r:id="R8d3d96950a6f4194"/>
    <p:sldId xmlns:r="http://schemas.openxmlformats.org/officeDocument/2006/relationships" id="266" r:id="Re428833c45134f63"/>
    <p:sldId xmlns:r="http://schemas.openxmlformats.org/officeDocument/2006/relationships" id="267" r:id="Rebb57e3ed9744b80"/>
    <p:sldId xmlns:r="http://schemas.openxmlformats.org/officeDocument/2006/relationships" id="268" r:id="Rb886f2157ec046e8"/>
    <p:sldId xmlns:r="http://schemas.openxmlformats.org/officeDocument/2006/relationships" id="269" r:id="Rc56fc73475ee400e"/>
    <p:sldId xmlns:r="http://schemas.openxmlformats.org/officeDocument/2006/relationships" id="270" r:id="Rf392d85ba54f455b"/>
    <p:sldId xmlns:r="http://schemas.openxmlformats.org/officeDocument/2006/relationships" id="271" r:id="Rf51fe31da49e4d51"/>
    <p:sldId xmlns:r="http://schemas.openxmlformats.org/officeDocument/2006/relationships" id="272" r:id="R97059ad92cb5497f"/>
    <p:sldId xmlns:r="http://schemas.openxmlformats.org/officeDocument/2006/relationships" id="273" r:id="Ra140cdee50ed48b6"/>
    <p:sldId xmlns:r="http://schemas.openxmlformats.org/officeDocument/2006/relationships" id="274" r:id="Rbb1deb4169834c27"/>
    <p:sldId xmlns:r="http://schemas.openxmlformats.org/officeDocument/2006/relationships" id="275" r:id="R844498d0019747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deab0ebdba4780" /><Relationship Type="http://schemas.openxmlformats.org/officeDocument/2006/relationships/slideMaster" Target="/ppt/slideMasters/slideMaster1.xml" Id="R0938d421c30d451a" /><Relationship Type="http://schemas.openxmlformats.org/officeDocument/2006/relationships/notesMaster" Target="/ppt/notesMasters/notesMaster1.xml" Id="R3a24fc890b484711" /><Relationship Type="http://schemas.openxmlformats.org/officeDocument/2006/relationships/presProps" Target="/ppt/presProps.xml" Id="R88257b58851b4e2a" /><Relationship Type="http://schemas.openxmlformats.org/officeDocument/2006/relationships/tableStyles" Target="/ppt/tableStyles.xml" Id="R2c99611d4360405b" /><Relationship Type="http://schemas.openxmlformats.org/officeDocument/2006/relationships/slide" Target="/ppt/slides/slide1.xml" Id="R7866c0815916480f" /><Relationship Type="http://schemas.openxmlformats.org/officeDocument/2006/relationships/slide" Target="/ppt/slides/slide2.xml" Id="R7989f7dac2334dd9" /><Relationship Type="http://schemas.openxmlformats.org/officeDocument/2006/relationships/slide" Target="/ppt/slides/slide3.xml" Id="R9cc9d2e6cc034618" /><Relationship Type="http://schemas.openxmlformats.org/officeDocument/2006/relationships/slide" Target="/ppt/slides/slide4.xml" Id="R5a78ac9862154da1" /><Relationship Type="http://schemas.openxmlformats.org/officeDocument/2006/relationships/slide" Target="/ppt/slides/slide5.xml" Id="R3e7922af974240d6" /><Relationship Type="http://schemas.openxmlformats.org/officeDocument/2006/relationships/slide" Target="/ppt/slides/slide6.xml" Id="Rc88fc53103214953" /><Relationship Type="http://schemas.openxmlformats.org/officeDocument/2006/relationships/slide" Target="/ppt/slides/slide7.xml" Id="R1cd477e522094e57" /><Relationship Type="http://schemas.openxmlformats.org/officeDocument/2006/relationships/slide" Target="/ppt/slides/slide8.xml" Id="R60248b06a5da4527" /><Relationship Type="http://schemas.openxmlformats.org/officeDocument/2006/relationships/slide" Target="/ppt/slides/slide9.xml" Id="R6d48ff00a77c4dfc" /><Relationship Type="http://schemas.openxmlformats.org/officeDocument/2006/relationships/slide" Target="/ppt/slides/slide10.xml" Id="R8d3d96950a6f4194" /><Relationship Type="http://schemas.openxmlformats.org/officeDocument/2006/relationships/slide" Target="/ppt/slides/slide11.xml" Id="Re428833c45134f63" /><Relationship Type="http://schemas.openxmlformats.org/officeDocument/2006/relationships/slide" Target="/ppt/slides/slide12.xml" Id="Rebb57e3ed9744b80" /><Relationship Type="http://schemas.openxmlformats.org/officeDocument/2006/relationships/slide" Target="/ppt/slides/slide13.xml" Id="Rb886f2157ec046e8" /><Relationship Type="http://schemas.openxmlformats.org/officeDocument/2006/relationships/slide" Target="/ppt/slides/slide14.xml" Id="Rc56fc73475ee400e" /><Relationship Type="http://schemas.openxmlformats.org/officeDocument/2006/relationships/slide" Target="/ppt/slides/slide15.xml" Id="Rf392d85ba54f455b" /><Relationship Type="http://schemas.openxmlformats.org/officeDocument/2006/relationships/slide" Target="/ppt/slides/slide16.xml" Id="Rf51fe31da49e4d51" /><Relationship Type="http://schemas.openxmlformats.org/officeDocument/2006/relationships/slide" Target="/ppt/slides/slide17.xml" Id="R97059ad92cb5497f" /><Relationship Type="http://schemas.openxmlformats.org/officeDocument/2006/relationships/slide" Target="/ppt/slides/slide18.xml" Id="Ra140cdee50ed48b6" /><Relationship Type="http://schemas.openxmlformats.org/officeDocument/2006/relationships/slide" Target="/ppt/slides/slide19.xml" Id="Rbb1deb4169834c27" /><Relationship Type="http://schemas.openxmlformats.org/officeDocument/2006/relationships/slide" Target="/ppt/slides/slide20.xml" Id="R844498d0019747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57a71564534e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5829d8c614b9d" /><Relationship Type="http://schemas.openxmlformats.org/officeDocument/2006/relationships/notesMaster" Target="/ppt/notesMasters/notesMaster1.xml" Id="R4876742b6d184b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867e5eafc490e" /><Relationship Type="http://schemas.openxmlformats.org/officeDocument/2006/relationships/notesMaster" Target="/ppt/notesMasters/notesMaster1.xml" Id="R4cae90caa3b94a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e62c848f394e55" /><Relationship Type="http://schemas.openxmlformats.org/officeDocument/2006/relationships/notesMaster" Target="/ppt/notesMasters/notesMaster1.xml" Id="R2dbacb0204b7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5104cca71a4804" /><Relationship Type="http://schemas.openxmlformats.org/officeDocument/2006/relationships/notesMaster" Target="/ppt/notesMasters/notesMaster1.xml" Id="R51d6ebf216ff40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e5888f25c1429e" /><Relationship Type="http://schemas.openxmlformats.org/officeDocument/2006/relationships/notesMaster" Target="/ppt/notesMasters/notesMaster1.xml" Id="Rb5946af6c19a40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561cb1351543ba" /><Relationship Type="http://schemas.openxmlformats.org/officeDocument/2006/relationships/notesMaster" Target="/ppt/notesMasters/notesMaster1.xml" Id="Rec6f3809c46048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c447b981e64d19" /><Relationship Type="http://schemas.openxmlformats.org/officeDocument/2006/relationships/notesMaster" Target="/ppt/notesMasters/notesMaster1.xml" Id="Rb021872e975a4d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16f7d5bca44fe4" /><Relationship Type="http://schemas.openxmlformats.org/officeDocument/2006/relationships/notesMaster" Target="/ppt/notesMasters/notesMaster1.xml" Id="R30c424020bf040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f197f6f2eb4523" /><Relationship Type="http://schemas.openxmlformats.org/officeDocument/2006/relationships/notesMaster" Target="/ppt/notesMasters/notesMaster1.xml" Id="R881d69d0d11c46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d5b7bc5ea44cee" /><Relationship Type="http://schemas.openxmlformats.org/officeDocument/2006/relationships/notesMaster" Target="/ppt/notesMasters/notesMaster1.xml" Id="R57e7b18fa1074c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d0b7aa82ff4285" /><Relationship Type="http://schemas.openxmlformats.org/officeDocument/2006/relationships/notesMaster" Target="/ppt/notesMasters/notesMaster1.xml" Id="Ra5bf47cdf6e241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2d7c0041404fad" /><Relationship Type="http://schemas.openxmlformats.org/officeDocument/2006/relationships/notesMaster" Target="/ppt/notesMasters/notesMaster1.xml" Id="R6b60a312837945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b6841997094f17" /><Relationship Type="http://schemas.openxmlformats.org/officeDocument/2006/relationships/notesMaster" Target="/ppt/notesMasters/notesMaster1.xml" Id="R89bd691e325e4d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1e936636d24fb5" /><Relationship Type="http://schemas.openxmlformats.org/officeDocument/2006/relationships/notesMaster" Target="/ppt/notesMasters/notesMaster1.xml" Id="Rd5f9104638ad45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570d61ef994c5e" /><Relationship Type="http://schemas.openxmlformats.org/officeDocument/2006/relationships/notesMaster" Target="/ppt/notesMasters/notesMaster1.xml" Id="R562929a2e21041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0bd04e8e6f4c84" /><Relationship Type="http://schemas.openxmlformats.org/officeDocument/2006/relationships/notesMaster" Target="/ppt/notesMasters/notesMaster1.xml" Id="R619614dc4d594d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a08ded035b4e6c" /><Relationship Type="http://schemas.openxmlformats.org/officeDocument/2006/relationships/notesMaster" Target="/ppt/notesMasters/notesMaster1.xml" Id="Rc30945010dfd49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0e368ce91246d0" /><Relationship Type="http://schemas.openxmlformats.org/officeDocument/2006/relationships/notesMaster" Target="/ppt/notesMasters/notesMaster1.xml" Id="Rdfba09625dde46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59e387f1e34f7b" /><Relationship Type="http://schemas.openxmlformats.org/officeDocument/2006/relationships/notesMaster" Target="/ppt/notesMasters/notesMaster1.xml" Id="R82b515607a564b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466c47d8ed94a61" /><Relationship Type="http://schemas.openxmlformats.org/officeDocument/2006/relationships/notesMaster" Target="/ppt/notesMasters/notesMaster1.xml" Id="R5d275d01be3f46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bede527dd4a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092eb66e704606" /><Relationship Type="http://schemas.openxmlformats.org/officeDocument/2006/relationships/slideLayout" Target="/ppt/slideLayouts/slideLayout1.xml" Id="R9a93f21c748345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93f21c748345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84712579142fc" /><Relationship Type="http://schemas.openxmlformats.org/officeDocument/2006/relationships/image" Target="/ppt/media/image.png" Id="R472f476edfdb4ce4" /><Relationship Type="http://schemas.openxmlformats.org/officeDocument/2006/relationships/notesSlide" Target="/ppt/notesSlides/notesSlide1.xml" Id="R15142eb4cb2442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091f0def24082" /><Relationship Type="http://schemas.openxmlformats.org/officeDocument/2006/relationships/image" Target="/ppt/media/image2.png" Id="R7d8567a91abc43d9" /><Relationship Type="http://schemas.openxmlformats.org/officeDocument/2006/relationships/notesSlide" Target="/ppt/notesSlides/notesSlide2.xml" Id="R68b030e4140d4f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50cab189c4ab7" /><Relationship Type="http://schemas.openxmlformats.org/officeDocument/2006/relationships/image" Target="/ppt/media/image3.png" Id="Rc48f35b928344629" /><Relationship Type="http://schemas.openxmlformats.org/officeDocument/2006/relationships/notesSlide" Target="/ppt/notesSlides/notesSlide3.xml" Id="R611d8ece43da40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fd639edc6404c" /><Relationship Type="http://schemas.openxmlformats.org/officeDocument/2006/relationships/image" Target="/ppt/media/image4.png" Id="R7cc97da52a9e48d4" /><Relationship Type="http://schemas.openxmlformats.org/officeDocument/2006/relationships/notesSlide" Target="/ppt/notesSlides/notesSlide4.xml" Id="Rb4c207856fce4f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216eeaf8d4ea3" /><Relationship Type="http://schemas.openxmlformats.org/officeDocument/2006/relationships/image" Target="/ppt/media/image5.png" Id="Rbc72722abfb14a37" /><Relationship Type="http://schemas.openxmlformats.org/officeDocument/2006/relationships/notesSlide" Target="/ppt/notesSlides/notesSlide5.xml" Id="R2317879a0c2549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a850439b84a3b" /><Relationship Type="http://schemas.openxmlformats.org/officeDocument/2006/relationships/image" Target="/ppt/media/image6.png" Id="Rf2b0331edd06441b" /><Relationship Type="http://schemas.openxmlformats.org/officeDocument/2006/relationships/notesSlide" Target="/ppt/notesSlides/notesSlide6.xml" Id="R086544a93fb641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a8d7a1a33434e" /><Relationship Type="http://schemas.openxmlformats.org/officeDocument/2006/relationships/image" Target="/ppt/media/image7.png" Id="R6f808be7fcc44b1c" /><Relationship Type="http://schemas.openxmlformats.org/officeDocument/2006/relationships/notesSlide" Target="/ppt/notesSlides/notesSlide7.xml" Id="Rdb45cf3af33547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53c61a49e43ab" /><Relationship Type="http://schemas.openxmlformats.org/officeDocument/2006/relationships/image" Target="/ppt/media/image8.png" Id="R85590e5ea23f479b" /><Relationship Type="http://schemas.openxmlformats.org/officeDocument/2006/relationships/notesSlide" Target="/ppt/notesSlides/notesSlide8.xml" Id="R662ab802d2124c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d9b8788bf4d4c" /><Relationship Type="http://schemas.openxmlformats.org/officeDocument/2006/relationships/image" Target="/ppt/media/image9.png" Id="R0dbd0438f75946d2" /><Relationship Type="http://schemas.openxmlformats.org/officeDocument/2006/relationships/notesSlide" Target="/ppt/notesSlides/notesSlide9.xml" Id="R582427a126704d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b5611ad74481c" /><Relationship Type="http://schemas.openxmlformats.org/officeDocument/2006/relationships/image" Target="/ppt/media/image10.png" Id="R9b916460f4eb4d96" /><Relationship Type="http://schemas.openxmlformats.org/officeDocument/2006/relationships/notesSlide" Target="/ppt/notesSlides/notesSlide10.xml" Id="R324a232a692549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83cb640984bbc" /><Relationship Type="http://schemas.openxmlformats.org/officeDocument/2006/relationships/image" Target="/ppt/media/image11.png" Id="R9cde52a38f8a4130" /><Relationship Type="http://schemas.openxmlformats.org/officeDocument/2006/relationships/notesSlide" Target="/ppt/notesSlides/notesSlide11.xml" Id="R3160466ae20249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5ce64aeff4934" /><Relationship Type="http://schemas.openxmlformats.org/officeDocument/2006/relationships/image" Target="/ppt/media/image12.png" Id="Ra3c62afe228c48cf" /><Relationship Type="http://schemas.openxmlformats.org/officeDocument/2006/relationships/notesSlide" Target="/ppt/notesSlides/notesSlide12.xml" Id="R465287256b064c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8424b11d74a3c" /><Relationship Type="http://schemas.openxmlformats.org/officeDocument/2006/relationships/image" Target="/ppt/media/image13.png" Id="R7bf463c86b5c487f" /><Relationship Type="http://schemas.openxmlformats.org/officeDocument/2006/relationships/notesSlide" Target="/ppt/notesSlides/notesSlide13.xml" Id="Rb6b2ccc6a2c045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def8e0c404a7e" /><Relationship Type="http://schemas.openxmlformats.org/officeDocument/2006/relationships/image" Target="/ppt/media/image14.png" Id="R477d9588344f44c1" /><Relationship Type="http://schemas.openxmlformats.org/officeDocument/2006/relationships/notesSlide" Target="/ppt/notesSlides/notesSlide14.xml" Id="R780169a4b2ad4c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57a7397de42c0" /><Relationship Type="http://schemas.openxmlformats.org/officeDocument/2006/relationships/image" Target="/ppt/media/image15.png" Id="Rb1817f9b2932405e" /><Relationship Type="http://schemas.openxmlformats.org/officeDocument/2006/relationships/notesSlide" Target="/ppt/notesSlides/notesSlide15.xml" Id="Rd4e0a21a002c4d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334e8bbe34d8f" /><Relationship Type="http://schemas.openxmlformats.org/officeDocument/2006/relationships/image" Target="/ppt/media/image16.png" Id="Rad30c05ffbeb4ff3" /><Relationship Type="http://schemas.openxmlformats.org/officeDocument/2006/relationships/notesSlide" Target="/ppt/notesSlides/notesSlide16.xml" Id="R285fc877add348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689f94a07498f" /><Relationship Type="http://schemas.openxmlformats.org/officeDocument/2006/relationships/image" Target="/ppt/media/image17.png" Id="Radb0af9106b944d2" /><Relationship Type="http://schemas.openxmlformats.org/officeDocument/2006/relationships/notesSlide" Target="/ppt/notesSlides/notesSlide17.xml" Id="Ra7e8bd47df734c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10b6f7a0e4661" /><Relationship Type="http://schemas.openxmlformats.org/officeDocument/2006/relationships/image" Target="/ppt/media/image18.png" Id="Rcaa4b39733114fc5" /><Relationship Type="http://schemas.openxmlformats.org/officeDocument/2006/relationships/notesSlide" Target="/ppt/notesSlides/notesSlide18.xml" Id="Rcfd1821115744a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fcb01ac3e495a" /><Relationship Type="http://schemas.openxmlformats.org/officeDocument/2006/relationships/image" Target="/ppt/media/image19.png" Id="R826ef93a51c3446b" /><Relationship Type="http://schemas.openxmlformats.org/officeDocument/2006/relationships/notesSlide" Target="/ppt/notesSlides/notesSlide19.xml" Id="R3cafb95630144c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3c1833e604f94" /><Relationship Type="http://schemas.openxmlformats.org/officeDocument/2006/relationships/image" Target="/ppt/media/image20.png" Id="R394b485368764f6c" /><Relationship Type="http://schemas.openxmlformats.org/officeDocument/2006/relationships/notesSlide" Target="/ppt/notesSlides/notesSlide20.xml" Id="R2ef27189478848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f476edfdb4ce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29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567a91abc43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02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f35b92834462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14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97da52a9e48d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77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2722abfb14a3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41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0331edd06441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56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08be7fcc44b1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92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90e5ea23f479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464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d0438f75946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74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16460f4eb4d9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04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e52a38f8a413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526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62afe228c48c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290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463c86b5c487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878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d9588344f44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01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17f9b2932405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43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0c05ffbeb4ff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165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0af9106b944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377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4b39733114fc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19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ef93a51c3446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817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b485368764f6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0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2026-09-17T16:35:36.7820000Z</dcterms:created>
  <dcterms:modified xsi:type="dcterms:W3CDTF">2026-09-17T16:35:36.7820000Z</dcterms:modified>
</coreProperties>
</file>