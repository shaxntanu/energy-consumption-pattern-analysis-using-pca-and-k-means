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647674" y="-2921272"/>
            <a:ext cx="17385373" cy="977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77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8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7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8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2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18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3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8344" y="117194"/>
            <a:ext cx="11775311" cy="662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6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94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6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92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2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20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23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64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653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260</Words>
  <Application>Microsoft Office PowerPoint</Application>
  <DocSecurity>0</DocSecurity>
  <PresentationFormat>Widescreen</PresentationFormat>
  <Paragraphs>20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Shantanu Maratha</cp:lastModifiedBy>
  <cp:revision>2</cp:revision>
  <dcterms:created xsi:type="dcterms:W3CDTF">2026-09-17T16:40:36Z</dcterms:created>
  <dcterms:modified xsi:type="dcterms:W3CDTF">2026-09-17T17:14:41Z</dcterms:modified>
</cp:coreProperties>
</file>