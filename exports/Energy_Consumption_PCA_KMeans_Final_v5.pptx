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b3e7e4825234539" /><Relationship Type="http://schemas.openxmlformats.org/officeDocument/2006/relationships/extended-properties" Target="/docProps/app.xml" Id="Rc49d7497c9264b96" /><Relationship Type="http://schemas.openxmlformats.org/officeDocument/2006/relationships/officeDocument" Target="/ppt/presentation.xml" Id="R76701250807a4ea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779add8c952433b"/>
  </p:sldMasterIdLst>
  <p:notesMasterIdLst>
    <p:notesMasterId xmlns:r="http://schemas.openxmlformats.org/officeDocument/2006/relationships" r:id="Rbd76fd93d93643bb"/>
  </p:notesMasterIdLst>
  <p:sldIdLst>
    <p:sldId xmlns:r="http://schemas.openxmlformats.org/officeDocument/2006/relationships" id="256" r:id="Rb3fe1fa072194e9f"/>
    <p:sldId xmlns:r="http://schemas.openxmlformats.org/officeDocument/2006/relationships" id="257" r:id="R853c405491c5428e"/>
    <p:sldId xmlns:r="http://schemas.openxmlformats.org/officeDocument/2006/relationships" id="258" r:id="Re1b95721c81c4c0c"/>
    <p:sldId xmlns:r="http://schemas.openxmlformats.org/officeDocument/2006/relationships" id="259" r:id="R1b2d3ac4c08e4986"/>
    <p:sldId xmlns:r="http://schemas.openxmlformats.org/officeDocument/2006/relationships" id="260" r:id="R7ba8bb9541004b8d"/>
    <p:sldId xmlns:r="http://schemas.openxmlformats.org/officeDocument/2006/relationships" id="261" r:id="Rab806718941741f7"/>
    <p:sldId xmlns:r="http://schemas.openxmlformats.org/officeDocument/2006/relationships" id="262" r:id="Rb8d14557ac0e4273"/>
    <p:sldId xmlns:r="http://schemas.openxmlformats.org/officeDocument/2006/relationships" id="263" r:id="R6d02c1c84d244867"/>
    <p:sldId xmlns:r="http://schemas.openxmlformats.org/officeDocument/2006/relationships" id="264" r:id="R8f2d14ce2a6c4b56"/>
    <p:sldId xmlns:r="http://schemas.openxmlformats.org/officeDocument/2006/relationships" id="265" r:id="R3bee0fe652a64b01"/>
    <p:sldId xmlns:r="http://schemas.openxmlformats.org/officeDocument/2006/relationships" id="266" r:id="Re60860bef7bd4ddc"/>
    <p:sldId xmlns:r="http://schemas.openxmlformats.org/officeDocument/2006/relationships" id="267" r:id="Rb38daefb533d4e99"/>
    <p:sldId xmlns:r="http://schemas.openxmlformats.org/officeDocument/2006/relationships" id="268" r:id="Rce604ee8fbf848d5"/>
    <p:sldId xmlns:r="http://schemas.openxmlformats.org/officeDocument/2006/relationships" id="269" r:id="R9997337901464193"/>
    <p:sldId xmlns:r="http://schemas.openxmlformats.org/officeDocument/2006/relationships" id="270" r:id="R971e9811d2534c1d"/>
    <p:sldId xmlns:r="http://schemas.openxmlformats.org/officeDocument/2006/relationships" id="271" r:id="R76fb8ac3098f4bd4"/>
    <p:sldId xmlns:r="http://schemas.openxmlformats.org/officeDocument/2006/relationships" id="272" r:id="Rc825296314124f55"/>
    <p:sldId xmlns:r="http://schemas.openxmlformats.org/officeDocument/2006/relationships" id="273" r:id="Re167518d713343f0"/>
    <p:sldId xmlns:r="http://schemas.openxmlformats.org/officeDocument/2006/relationships" id="274" r:id="Rf3171130cf664df9"/>
    <p:sldId xmlns:r="http://schemas.openxmlformats.org/officeDocument/2006/relationships" id="275" r:id="Rfd59cd7c2f23429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13a0870accd4e02" /><Relationship Type="http://schemas.openxmlformats.org/officeDocument/2006/relationships/slideMaster" Target="/ppt/slideMasters/slideMaster1.xml" Id="Rf779add8c952433b" /><Relationship Type="http://schemas.openxmlformats.org/officeDocument/2006/relationships/notesMaster" Target="/ppt/notesMasters/notesMaster1.xml" Id="Rbd76fd93d93643bb" /><Relationship Type="http://schemas.openxmlformats.org/officeDocument/2006/relationships/presProps" Target="/ppt/presProps.xml" Id="Rab4e621ead614585" /><Relationship Type="http://schemas.openxmlformats.org/officeDocument/2006/relationships/tableStyles" Target="/ppt/tableStyles.xml" Id="Rf8d0dc3aeae0406a" /><Relationship Type="http://schemas.openxmlformats.org/officeDocument/2006/relationships/slide" Target="/ppt/slides/slide1.xml" Id="Rb3fe1fa072194e9f" /><Relationship Type="http://schemas.openxmlformats.org/officeDocument/2006/relationships/slide" Target="/ppt/slides/slide2.xml" Id="R853c405491c5428e" /><Relationship Type="http://schemas.openxmlformats.org/officeDocument/2006/relationships/slide" Target="/ppt/slides/slide3.xml" Id="Re1b95721c81c4c0c" /><Relationship Type="http://schemas.openxmlformats.org/officeDocument/2006/relationships/slide" Target="/ppt/slides/slide4.xml" Id="R1b2d3ac4c08e4986" /><Relationship Type="http://schemas.openxmlformats.org/officeDocument/2006/relationships/slide" Target="/ppt/slides/slide5.xml" Id="R7ba8bb9541004b8d" /><Relationship Type="http://schemas.openxmlformats.org/officeDocument/2006/relationships/slide" Target="/ppt/slides/slide6.xml" Id="Rab806718941741f7" /><Relationship Type="http://schemas.openxmlformats.org/officeDocument/2006/relationships/slide" Target="/ppt/slides/slide7.xml" Id="Rb8d14557ac0e4273" /><Relationship Type="http://schemas.openxmlformats.org/officeDocument/2006/relationships/slide" Target="/ppt/slides/slide8.xml" Id="R6d02c1c84d244867" /><Relationship Type="http://schemas.openxmlformats.org/officeDocument/2006/relationships/slide" Target="/ppt/slides/slide9.xml" Id="R8f2d14ce2a6c4b56" /><Relationship Type="http://schemas.openxmlformats.org/officeDocument/2006/relationships/slide" Target="/ppt/slides/slide10.xml" Id="R3bee0fe652a64b01" /><Relationship Type="http://schemas.openxmlformats.org/officeDocument/2006/relationships/slide" Target="/ppt/slides/slide11.xml" Id="Re60860bef7bd4ddc" /><Relationship Type="http://schemas.openxmlformats.org/officeDocument/2006/relationships/slide" Target="/ppt/slides/slide12.xml" Id="Rb38daefb533d4e99" /><Relationship Type="http://schemas.openxmlformats.org/officeDocument/2006/relationships/slide" Target="/ppt/slides/slide13.xml" Id="Rce604ee8fbf848d5" /><Relationship Type="http://schemas.openxmlformats.org/officeDocument/2006/relationships/slide" Target="/ppt/slides/slide14.xml" Id="R9997337901464193" /><Relationship Type="http://schemas.openxmlformats.org/officeDocument/2006/relationships/slide" Target="/ppt/slides/slide15.xml" Id="R971e9811d2534c1d" /><Relationship Type="http://schemas.openxmlformats.org/officeDocument/2006/relationships/slide" Target="/ppt/slides/slide16.xml" Id="R76fb8ac3098f4bd4" /><Relationship Type="http://schemas.openxmlformats.org/officeDocument/2006/relationships/slide" Target="/ppt/slides/slide17.xml" Id="Rc825296314124f55" /><Relationship Type="http://schemas.openxmlformats.org/officeDocument/2006/relationships/slide" Target="/ppt/slides/slide18.xml" Id="Re167518d713343f0" /><Relationship Type="http://schemas.openxmlformats.org/officeDocument/2006/relationships/slide" Target="/ppt/slides/slide19.xml" Id="Rf3171130cf664df9" /><Relationship Type="http://schemas.openxmlformats.org/officeDocument/2006/relationships/slide" Target="/ppt/slides/slide20.xml" Id="Rfd59cd7c2f23429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d2c9dd977454c6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f913a9046414fdb" /><Relationship Type="http://schemas.openxmlformats.org/officeDocument/2006/relationships/notesMaster" Target="/ppt/notesMasters/notesMaster1.xml" Id="R8b633eddac514f3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21be4dcb870402b" /><Relationship Type="http://schemas.openxmlformats.org/officeDocument/2006/relationships/notesMaster" Target="/ppt/notesMasters/notesMaster1.xml" Id="R5fc4d347195c4b1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77e140fe01c41fe" /><Relationship Type="http://schemas.openxmlformats.org/officeDocument/2006/relationships/notesMaster" Target="/ppt/notesMasters/notesMaster1.xml" Id="Rceac08e1722846f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2792bb4e68d4049" /><Relationship Type="http://schemas.openxmlformats.org/officeDocument/2006/relationships/notesMaster" Target="/ppt/notesMasters/notesMaster1.xml" Id="R4e8bcc71e90e434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5a40326e2c14467" /><Relationship Type="http://schemas.openxmlformats.org/officeDocument/2006/relationships/notesMaster" Target="/ppt/notesMasters/notesMaster1.xml" Id="Ra27921d72ef94e1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fb837dcca25487c" /><Relationship Type="http://schemas.openxmlformats.org/officeDocument/2006/relationships/notesMaster" Target="/ppt/notesMasters/notesMaster1.xml" Id="R64003923703b4ce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0526978fa83444e" /><Relationship Type="http://schemas.openxmlformats.org/officeDocument/2006/relationships/notesMaster" Target="/ppt/notesMasters/notesMaster1.xml" Id="R649747adc1a34f2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b49bb5de1004c7c" /><Relationship Type="http://schemas.openxmlformats.org/officeDocument/2006/relationships/notesMaster" Target="/ppt/notesMasters/notesMaster1.xml" Id="R421ba4ecfe4c445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3e438a9e54841d2" /><Relationship Type="http://schemas.openxmlformats.org/officeDocument/2006/relationships/notesMaster" Target="/ppt/notesMasters/notesMaster1.xml" Id="Re71d28f42679457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983b0ccb1754887" /><Relationship Type="http://schemas.openxmlformats.org/officeDocument/2006/relationships/notesMaster" Target="/ppt/notesMasters/notesMaster1.xml" Id="Rd80aa4455e254b5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02521fb83ba4270" /><Relationship Type="http://schemas.openxmlformats.org/officeDocument/2006/relationships/notesMaster" Target="/ppt/notesMasters/notesMaster1.xml" Id="Rcdb3b6ba29bb412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4eba593857945cc" /><Relationship Type="http://schemas.openxmlformats.org/officeDocument/2006/relationships/notesMaster" Target="/ppt/notesMasters/notesMaster1.xml" Id="R8b7ebd8dd850488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0813786d3cb482d" /><Relationship Type="http://schemas.openxmlformats.org/officeDocument/2006/relationships/notesMaster" Target="/ppt/notesMasters/notesMaster1.xml" Id="R11000d8bc1e3456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d1c7fe79eb8406d" /><Relationship Type="http://schemas.openxmlformats.org/officeDocument/2006/relationships/notesMaster" Target="/ppt/notesMasters/notesMaster1.xml" Id="R0952cb536e2c4c5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9f56422d38a4aef" /><Relationship Type="http://schemas.openxmlformats.org/officeDocument/2006/relationships/notesMaster" Target="/ppt/notesMasters/notesMaster1.xml" Id="R5d46ee108d134e5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b4136ab93774410" /><Relationship Type="http://schemas.openxmlformats.org/officeDocument/2006/relationships/notesMaster" Target="/ppt/notesMasters/notesMaster1.xml" Id="R81f2b40759254b5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0f0ae54954c4e5e" /><Relationship Type="http://schemas.openxmlformats.org/officeDocument/2006/relationships/notesMaster" Target="/ppt/notesMasters/notesMaster1.xml" Id="R914d7c0de3484f0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41f920376fe481d" /><Relationship Type="http://schemas.openxmlformats.org/officeDocument/2006/relationships/notesMaster" Target="/ppt/notesMasters/notesMaster1.xml" Id="R7a84a1374465461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f71d124945a4d22" /><Relationship Type="http://schemas.openxmlformats.org/officeDocument/2006/relationships/notesMaster" Target="/ppt/notesMasters/notesMaster1.xml" Id="Rfa67d36fd78c492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ceb8f7a841d54655" /><Relationship Type="http://schemas.openxmlformats.org/officeDocument/2006/relationships/notesMaster" Target="/ppt/notesMasters/notesMaster1.xml" Id="R90aec5a22553431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visual export of presentation/index.html, slide 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visual export of presentation/index.html, slide 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visual export of presentation/index.html, slide 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visual export of presentation/index.html, slide 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visual export of presentation/index.html, slide 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visual export of presentation/index.html, slide 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visual export of presentation/index.html, slide 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visual export of presentation/index.html, slide 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visual export of presentation/index.html, slide 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visual export of presentation/index.html, slide 10.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visual export of presentation/index.html, slide 11.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visual export of presentation/index.html, slide 12.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visual export of presentation/index.html, slide 13.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visual export of presentation/index.html, slide 14.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visual export of presentation/index.html, slide 15.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visual export of presentation/index.html, slide 16.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visual export of presentation/index.html, slide 17.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visual export of presentation/index.html, slide 18.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visual export of presentation/index.html, slide 19.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visual export of presentation/index.html, slide 20.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9c9376198f423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5e42ef7e3604367" /><Relationship Type="http://schemas.openxmlformats.org/officeDocument/2006/relationships/slideLayout" Target="/ppt/slideLayouts/slideLayout1.xml" Id="Rc9046f2ed36f43c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9046f2ed36f43c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8077b7ca814ab3" /><Relationship Type="http://schemas.openxmlformats.org/officeDocument/2006/relationships/image" Target="/ppt/media/image.png" Id="R69764f5e40094086" /><Relationship Type="http://schemas.openxmlformats.org/officeDocument/2006/relationships/notesSlide" Target="/ppt/notesSlides/notesSlide1.xml" Id="Re5b1b6c15ec94ec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ab0e630c5b4c7c" /><Relationship Type="http://schemas.openxmlformats.org/officeDocument/2006/relationships/image" Target="/ppt/media/image2.png" Id="Rd83c04075f934eaf" /><Relationship Type="http://schemas.openxmlformats.org/officeDocument/2006/relationships/notesSlide" Target="/ppt/notesSlides/notesSlide2.xml" Id="R2cdec09b7cb2423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50046824b74011" /><Relationship Type="http://schemas.openxmlformats.org/officeDocument/2006/relationships/image" Target="/ppt/media/image3.png" Id="Rb34daa4e65e74df8" /><Relationship Type="http://schemas.openxmlformats.org/officeDocument/2006/relationships/notesSlide" Target="/ppt/notesSlides/notesSlide3.xml" Id="R270ba949ec804f8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ae8b39e91b4988" /><Relationship Type="http://schemas.openxmlformats.org/officeDocument/2006/relationships/image" Target="/ppt/media/image4.png" Id="R0825d72c9afe4c8b" /><Relationship Type="http://schemas.openxmlformats.org/officeDocument/2006/relationships/notesSlide" Target="/ppt/notesSlides/notesSlide4.xml" Id="R8ab04cde385d4b2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75681e79fb4f60" /><Relationship Type="http://schemas.openxmlformats.org/officeDocument/2006/relationships/image" Target="/ppt/media/image5.png" Id="Re4e25c7719a5440c" /><Relationship Type="http://schemas.openxmlformats.org/officeDocument/2006/relationships/notesSlide" Target="/ppt/notesSlides/notesSlide5.xml" Id="R79c33c355e2b402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b8f5600d4e428e" /><Relationship Type="http://schemas.openxmlformats.org/officeDocument/2006/relationships/image" Target="/ppt/media/image6.png" Id="R72aee4c5d82f45d9" /><Relationship Type="http://schemas.openxmlformats.org/officeDocument/2006/relationships/notesSlide" Target="/ppt/notesSlides/notesSlide6.xml" Id="Rba76f33d197e418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110ff43e344053" /><Relationship Type="http://schemas.openxmlformats.org/officeDocument/2006/relationships/image" Target="/ppt/media/image7.png" Id="Ra62f43c11c864eaf" /><Relationship Type="http://schemas.openxmlformats.org/officeDocument/2006/relationships/notesSlide" Target="/ppt/notesSlides/notesSlide7.xml" Id="R2a09afdb3f0d442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ae0be5abe44072" /><Relationship Type="http://schemas.openxmlformats.org/officeDocument/2006/relationships/image" Target="/ppt/media/image8.png" Id="R24f5333bb4b14bdc" /><Relationship Type="http://schemas.openxmlformats.org/officeDocument/2006/relationships/notesSlide" Target="/ppt/notesSlides/notesSlide8.xml" Id="Rc4cb14b3cbb2456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9e1bebb2a24337" /><Relationship Type="http://schemas.openxmlformats.org/officeDocument/2006/relationships/image" Target="/ppt/media/image9.png" Id="R842282146e1d4742" /><Relationship Type="http://schemas.openxmlformats.org/officeDocument/2006/relationships/notesSlide" Target="/ppt/notesSlides/notesSlide9.xml" Id="R5bcea9125ec0413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378cc6429d49a2" /><Relationship Type="http://schemas.openxmlformats.org/officeDocument/2006/relationships/image" Target="/ppt/media/image10.png" Id="Re2fd107d506e49e2" /><Relationship Type="http://schemas.openxmlformats.org/officeDocument/2006/relationships/notesSlide" Target="/ppt/notesSlides/notesSlide10.xml" Id="Rae22452e43764b8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5ae195b2ad4c52" /><Relationship Type="http://schemas.openxmlformats.org/officeDocument/2006/relationships/image" Target="/ppt/media/image11.png" Id="R7f986bae4c7e47c4" /><Relationship Type="http://schemas.openxmlformats.org/officeDocument/2006/relationships/notesSlide" Target="/ppt/notesSlides/notesSlide11.xml" Id="R9359c3f6ca774f4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0fb70693a9473d" /><Relationship Type="http://schemas.openxmlformats.org/officeDocument/2006/relationships/image" Target="/ppt/media/image12.png" Id="R78e08bdd5d934485" /><Relationship Type="http://schemas.openxmlformats.org/officeDocument/2006/relationships/notesSlide" Target="/ppt/notesSlides/notesSlide12.xml" Id="R9a483c5d9683452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0d0eeea26e4c96" /><Relationship Type="http://schemas.openxmlformats.org/officeDocument/2006/relationships/image" Target="/ppt/media/image13.png" Id="R381fc9e15efa43c7" /><Relationship Type="http://schemas.openxmlformats.org/officeDocument/2006/relationships/notesSlide" Target="/ppt/notesSlides/notesSlide13.xml" Id="R4e04c75996b749e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84f2367bf3409c" /><Relationship Type="http://schemas.openxmlformats.org/officeDocument/2006/relationships/image" Target="/ppt/media/image14.png" Id="R97116b5e32a44d74" /><Relationship Type="http://schemas.openxmlformats.org/officeDocument/2006/relationships/notesSlide" Target="/ppt/notesSlides/notesSlide14.xml" Id="Rbef5645449df4f1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e90ba6598947bd" /><Relationship Type="http://schemas.openxmlformats.org/officeDocument/2006/relationships/image" Target="/ppt/media/image15.png" Id="R240b8eaef1df4835" /><Relationship Type="http://schemas.openxmlformats.org/officeDocument/2006/relationships/notesSlide" Target="/ppt/notesSlides/notesSlide15.xml" Id="R92cbf70c502243f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5203150f0e45d2" /><Relationship Type="http://schemas.openxmlformats.org/officeDocument/2006/relationships/image" Target="/ppt/media/image16.png" Id="R0199d79d5ec24ef6" /><Relationship Type="http://schemas.openxmlformats.org/officeDocument/2006/relationships/notesSlide" Target="/ppt/notesSlides/notesSlide16.xml" Id="R38ce86c398cb42f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d54a7b650b473d" /><Relationship Type="http://schemas.openxmlformats.org/officeDocument/2006/relationships/image" Target="/ppt/media/image17.png" Id="R07c22296b9434e50" /><Relationship Type="http://schemas.openxmlformats.org/officeDocument/2006/relationships/notesSlide" Target="/ppt/notesSlides/notesSlide17.xml" Id="Rf1ac5145168b4ff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94f4a98f324fd8" /><Relationship Type="http://schemas.openxmlformats.org/officeDocument/2006/relationships/image" Target="/ppt/media/image18.png" Id="R29809192be554679" /><Relationship Type="http://schemas.openxmlformats.org/officeDocument/2006/relationships/notesSlide" Target="/ppt/notesSlides/notesSlide18.xml" Id="Rafccce2840714a8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27d7a680df4093" /><Relationship Type="http://schemas.openxmlformats.org/officeDocument/2006/relationships/image" Target="/ppt/media/image19.png" Id="Rb00bce538eb547fb" /><Relationship Type="http://schemas.openxmlformats.org/officeDocument/2006/relationships/notesSlide" Target="/ppt/notesSlides/notesSlide19.xml" Id="Rb35ff4a43477499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d15e95d1e5461f" /><Relationship Type="http://schemas.openxmlformats.org/officeDocument/2006/relationships/image" Target="/ppt/media/image20.png" Id="R54ed43795b4d4f6d" /><Relationship Type="http://schemas.openxmlformats.org/officeDocument/2006/relationships/notesSlide" Target="/ppt/notesSlides/notesSlide20.xml" Id="R9e602e94065d435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764f5e40094086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65897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3c04075f934eaf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15163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4daa4e65e74df8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195975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25d72c9afe4c8b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33632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e25c7719a5440c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34953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aee4c5d82f45d9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173334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2f43c11c864eaf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692176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f5333bb4b14bdc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72171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2282146e1d4742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678204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fd107d506e49e2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41335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986bae4c7e47c4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980181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e08bdd5d934485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96847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1fc9e15efa43c7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342461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116b5e32a44d74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97048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0b8eaef1df4835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499680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99d79d5ec24ef6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311257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c22296b9434e5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280138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809192be554679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671907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0bce538eb547fb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262804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ed43795b4d4f6d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34229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2026-09-17T16:39:03.5390000Z</dcterms:created>
  <dcterms:modified xsi:type="dcterms:W3CDTF">2026-09-17T16:39:03.5390000Z</dcterms:modified>
</coreProperties>
</file>