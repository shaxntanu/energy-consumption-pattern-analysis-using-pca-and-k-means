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1d13ca239ed40b4" /><Relationship Type="http://schemas.openxmlformats.org/officeDocument/2006/relationships/extended-properties" Target="/docProps/app.xml" Id="R9eb06a94684c4a16" /><Relationship Type="http://schemas.openxmlformats.org/officeDocument/2006/relationships/officeDocument" Target="/ppt/presentation.xml" Id="R18c3f0c88d43455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8a7136fb93e4848"/>
  </p:sldMasterIdLst>
  <p:notesMasterIdLst>
    <p:notesMasterId xmlns:r="http://schemas.openxmlformats.org/officeDocument/2006/relationships" r:id="R14a7bc71407f498e"/>
  </p:notesMasterIdLst>
  <p:sldIdLst>
    <p:sldId xmlns:r="http://schemas.openxmlformats.org/officeDocument/2006/relationships" id="256" r:id="Rf2f8ff6013e042a6"/>
    <p:sldId xmlns:r="http://schemas.openxmlformats.org/officeDocument/2006/relationships" id="257" r:id="Rb0a256ac82964574"/>
    <p:sldId xmlns:r="http://schemas.openxmlformats.org/officeDocument/2006/relationships" id="258" r:id="Re024a3e2ee7445be"/>
    <p:sldId xmlns:r="http://schemas.openxmlformats.org/officeDocument/2006/relationships" id="259" r:id="R4e53ddec37a54c71"/>
    <p:sldId xmlns:r="http://schemas.openxmlformats.org/officeDocument/2006/relationships" id="260" r:id="Rc152c184d63f4d45"/>
    <p:sldId xmlns:r="http://schemas.openxmlformats.org/officeDocument/2006/relationships" id="261" r:id="R867d2d2fc54c4cdb"/>
    <p:sldId xmlns:r="http://schemas.openxmlformats.org/officeDocument/2006/relationships" id="262" r:id="Re595b65212da4ece"/>
    <p:sldId xmlns:r="http://schemas.openxmlformats.org/officeDocument/2006/relationships" id="263" r:id="Ra49548543495496c"/>
    <p:sldId xmlns:r="http://schemas.openxmlformats.org/officeDocument/2006/relationships" id="264" r:id="R683c9374dd9f4b9b"/>
    <p:sldId xmlns:r="http://schemas.openxmlformats.org/officeDocument/2006/relationships" id="265" r:id="R8a5275a5e6524edc"/>
    <p:sldId xmlns:r="http://schemas.openxmlformats.org/officeDocument/2006/relationships" id="266" r:id="R28ffa007c72c48ad"/>
    <p:sldId xmlns:r="http://schemas.openxmlformats.org/officeDocument/2006/relationships" id="267" r:id="Rbfc57fbcb33c43a1"/>
    <p:sldId xmlns:r="http://schemas.openxmlformats.org/officeDocument/2006/relationships" id="268" r:id="Rbf73cfb0c6dd4a8d"/>
    <p:sldId xmlns:r="http://schemas.openxmlformats.org/officeDocument/2006/relationships" id="269" r:id="Rc632734c1e414c6b"/>
    <p:sldId xmlns:r="http://schemas.openxmlformats.org/officeDocument/2006/relationships" id="270" r:id="Rfe42ed0cfdaf416e"/>
    <p:sldId xmlns:r="http://schemas.openxmlformats.org/officeDocument/2006/relationships" id="271" r:id="Rc4ef589455ca400f"/>
    <p:sldId xmlns:r="http://schemas.openxmlformats.org/officeDocument/2006/relationships" id="272" r:id="R0dff29a8dc4d4399"/>
    <p:sldId xmlns:r="http://schemas.openxmlformats.org/officeDocument/2006/relationships" id="273" r:id="R2ebd077e07d74d15"/>
    <p:sldId xmlns:r="http://schemas.openxmlformats.org/officeDocument/2006/relationships" id="274" r:id="Rc7539ae86daa4b45"/>
    <p:sldId xmlns:r="http://schemas.openxmlformats.org/officeDocument/2006/relationships" id="275" r:id="R0de1f1986b1a4be9"/>
  </p:sldIdLst>
  <p:sldSz cx="18288000" cy="1028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a9899ac694f45cc" /><Relationship Type="http://schemas.openxmlformats.org/officeDocument/2006/relationships/slideMaster" Target="/ppt/slideMasters/slideMaster1.xml" Id="R88a7136fb93e4848" /><Relationship Type="http://schemas.openxmlformats.org/officeDocument/2006/relationships/notesMaster" Target="/ppt/notesMasters/notesMaster1.xml" Id="R14a7bc71407f498e" /><Relationship Type="http://schemas.openxmlformats.org/officeDocument/2006/relationships/presProps" Target="/ppt/presProps.xml" Id="R27daef7a03744fcb" /><Relationship Type="http://schemas.openxmlformats.org/officeDocument/2006/relationships/tableStyles" Target="/ppt/tableStyles.xml" Id="R5e57ce7eae1943f7" /><Relationship Type="http://schemas.openxmlformats.org/officeDocument/2006/relationships/slide" Target="/ppt/slides/slide1.xml" Id="Rf2f8ff6013e042a6" /><Relationship Type="http://schemas.openxmlformats.org/officeDocument/2006/relationships/slide" Target="/ppt/slides/slide2.xml" Id="Rb0a256ac82964574" /><Relationship Type="http://schemas.openxmlformats.org/officeDocument/2006/relationships/slide" Target="/ppt/slides/slide3.xml" Id="Re024a3e2ee7445be" /><Relationship Type="http://schemas.openxmlformats.org/officeDocument/2006/relationships/slide" Target="/ppt/slides/slide4.xml" Id="R4e53ddec37a54c71" /><Relationship Type="http://schemas.openxmlformats.org/officeDocument/2006/relationships/slide" Target="/ppt/slides/slide5.xml" Id="Rc152c184d63f4d45" /><Relationship Type="http://schemas.openxmlformats.org/officeDocument/2006/relationships/slide" Target="/ppt/slides/slide6.xml" Id="R867d2d2fc54c4cdb" /><Relationship Type="http://schemas.openxmlformats.org/officeDocument/2006/relationships/slide" Target="/ppt/slides/slide7.xml" Id="Re595b65212da4ece" /><Relationship Type="http://schemas.openxmlformats.org/officeDocument/2006/relationships/slide" Target="/ppt/slides/slide8.xml" Id="Ra49548543495496c" /><Relationship Type="http://schemas.openxmlformats.org/officeDocument/2006/relationships/slide" Target="/ppt/slides/slide9.xml" Id="R683c9374dd9f4b9b" /><Relationship Type="http://schemas.openxmlformats.org/officeDocument/2006/relationships/slide" Target="/ppt/slides/slide10.xml" Id="R8a5275a5e6524edc" /><Relationship Type="http://schemas.openxmlformats.org/officeDocument/2006/relationships/slide" Target="/ppt/slides/slide11.xml" Id="R28ffa007c72c48ad" /><Relationship Type="http://schemas.openxmlformats.org/officeDocument/2006/relationships/slide" Target="/ppt/slides/slide12.xml" Id="Rbfc57fbcb33c43a1" /><Relationship Type="http://schemas.openxmlformats.org/officeDocument/2006/relationships/slide" Target="/ppt/slides/slide13.xml" Id="Rbf73cfb0c6dd4a8d" /><Relationship Type="http://schemas.openxmlformats.org/officeDocument/2006/relationships/slide" Target="/ppt/slides/slide14.xml" Id="Rc632734c1e414c6b" /><Relationship Type="http://schemas.openxmlformats.org/officeDocument/2006/relationships/slide" Target="/ppt/slides/slide15.xml" Id="Rfe42ed0cfdaf416e" /><Relationship Type="http://schemas.openxmlformats.org/officeDocument/2006/relationships/slide" Target="/ppt/slides/slide16.xml" Id="Rc4ef589455ca400f" /><Relationship Type="http://schemas.openxmlformats.org/officeDocument/2006/relationships/slide" Target="/ppt/slides/slide17.xml" Id="R0dff29a8dc4d4399" /><Relationship Type="http://schemas.openxmlformats.org/officeDocument/2006/relationships/slide" Target="/ppt/slides/slide18.xml" Id="R2ebd077e07d74d15" /><Relationship Type="http://schemas.openxmlformats.org/officeDocument/2006/relationships/slide" Target="/ppt/slides/slide19.xml" Id="Rc7539ae86daa4b45" /><Relationship Type="http://schemas.openxmlformats.org/officeDocument/2006/relationships/slide" Target="/ppt/slides/slide20.xml" Id="R0de1f1986b1a4be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c9a0ca698404a7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58794a7aa51487c" /><Relationship Type="http://schemas.openxmlformats.org/officeDocument/2006/relationships/notesMaster" Target="/ppt/notesMasters/notesMaster1.xml" Id="Rae7afc9b2a364a1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425c6209eed4619" /><Relationship Type="http://schemas.openxmlformats.org/officeDocument/2006/relationships/notesMaster" Target="/ppt/notesMasters/notesMaster1.xml" Id="R47db18300a5c40c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f9dd3f1bd284dd5" /><Relationship Type="http://schemas.openxmlformats.org/officeDocument/2006/relationships/notesMaster" Target="/ppt/notesMasters/notesMaster1.xml" Id="R67cf2105ec0646d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b18d67af87347b3" /><Relationship Type="http://schemas.openxmlformats.org/officeDocument/2006/relationships/notesMaster" Target="/ppt/notesMasters/notesMaster1.xml" Id="Ra123ef6beef0496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eb84b620f784060" /><Relationship Type="http://schemas.openxmlformats.org/officeDocument/2006/relationships/notesMaster" Target="/ppt/notesMasters/notesMaster1.xml" Id="Rb3fe52b4644142c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8aa3424ea314050" /><Relationship Type="http://schemas.openxmlformats.org/officeDocument/2006/relationships/notesMaster" Target="/ppt/notesMasters/notesMaster1.xml" Id="R2f972bfece8e458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8860cbf6c2442e6" /><Relationship Type="http://schemas.openxmlformats.org/officeDocument/2006/relationships/notesMaster" Target="/ppt/notesMasters/notesMaster1.xml" Id="R7a61ccb19da64e4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669000663cf4436" /><Relationship Type="http://schemas.openxmlformats.org/officeDocument/2006/relationships/notesMaster" Target="/ppt/notesMasters/notesMaster1.xml" Id="R6088a6c804054ba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5aa8ca9bb284cf8" /><Relationship Type="http://schemas.openxmlformats.org/officeDocument/2006/relationships/notesMaster" Target="/ppt/notesMasters/notesMaster1.xml" Id="Rd3c67a8caaff493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494240eadc54987" /><Relationship Type="http://schemas.openxmlformats.org/officeDocument/2006/relationships/notesMaster" Target="/ppt/notesMasters/notesMaster1.xml" Id="R5f6895fb0724431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19797f8925c490a" /><Relationship Type="http://schemas.openxmlformats.org/officeDocument/2006/relationships/notesMaster" Target="/ppt/notesMasters/notesMaster1.xml" Id="R622fc00d1d3b45a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8224fe71f3b4bc0" /><Relationship Type="http://schemas.openxmlformats.org/officeDocument/2006/relationships/notesMaster" Target="/ppt/notesMasters/notesMaster1.xml" Id="Rcc5de8fb486a469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586f0a587de4378" /><Relationship Type="http://schemas.openxmlformats.org/officeDocument/2006/relationships/notesMaster" Target="/ppt/notesMasters/notesMaster1.xml" Id="Re0b76aa03d2941e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209fa39f06c4909" /><Relationship Type="http://schemas.openxmlformats.org/officeDocument/2006/relationships/notesMaster" Target="/ppt/notesMasters/notesMaster1.xml" Id="Rf38d6fcac20c403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7dedf32bf5149ee" /><Relationship Type="http://schemas.openxmlformats.org/officeDocument/2006/relationships/notesMaster" Target="/ppt/notesMasters/notesMaster1.xml" Id="Ree9db476f2a3453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a7c45380d8974c3b" /><Relationship Type="http://schemas.openxmlformats.org/officeDocument/2006/relationships/notesMaster" Target="/ppt/notesMasters/notesMaster1.xml" Id="Re5b0351462ed4f6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112856cefb804b0e" /><Relationship Type="http://schemas.openxmlformats.org/officeDocument/2006/relationships/notesMaster" Target="/ppt/notesMasters/notesMaster1.xml" Id="R15687c4087d44d5c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c6565e8a8beb4e16" /><Relationship Type="http://schemas.openxmlformats.org/officeDocument/2006/relationships/notesMaster" Target="/ppt/notesMasters/notesMaster1.xml" Id="R5a8f0ff5217b41de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9c65b0c846354441" /><Relationship Type="http://schemas.openxmlformats.org/officeDocument/2006/relationships/notesMaster" Target="/ppt/notesMasters/notesMaster1.xml" Id="R6359fd2528c84f77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32c51227d1ee4ca8" /><Relationship Type="http://schemas.openxmlformats.org/officeDocument/2006/relationships/notesMaster" Target="/ppt/notesMasters/notesMaster1.xml" Id="R56426dce0b65463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Exact visual export of presentation/index.html, slide 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Exact visual export of presentation/index.html, slide 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Exact visual export of presentation/index.html, slide 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Exact visual export of presentation/index.html, slide 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Exact visual export of presentation/index.html, slide 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Exact visual export of presentation/index.html, slide 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Exact visual export of presentation/index.html, slide 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Exact visual export of presentation/index.html, slide 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Exact visual export of presentation/index.html, slide 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Exact visual export of presentation/index.html, slide 10.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Exact visual export of presentation/index.html, slide 11.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Exact visual export of presentation/index.html, slide 12.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Exact visual export of presentation/index.html, slide 13.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Exact visual export of presentation/index.html, slide 14.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Exact visual export of presentation/index.html, slide 15.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Exact visual export of presentation/index.html, slide 16.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Exact visual export of presentation/index.html, slide 17.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Exact visual export of presentation/index.html, slide 18.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Exact visual export of presentation/index.html, slide 19.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Exact visual export of presentation/index.html, slide 20.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fda4f8f0f948b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172b90e864b462e" /><Relationship Type="http://schemas.openxmlformats.org/officeDocument/2006/relationships/slideLayout" Target="/ppt/slideLayouts/slideLayout1.xml" Id="R6eadd041da30459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eadd041da30459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a350076a804865" /><Relationship Type="http://schemas.openxmlformats.org/officeDocument/2006/relationships/image" Target="/ppt/media/image.png" Id="Rfdc74a13a6c44cf2" /><Relationship Type="http://schemas.openxmlformats.org/officeDocument/2006/relationships/notesSlide" Target="/ppt/notesSlides/notesSlide1.xml" Id="Rdda8bd3a80de487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9a658b77424599" /><Relationship Type="http://schemas.openxmlformats.org/officeDocument/2006/relationships/image" Target="/ppt/media/image2.png" Id="Raf8167cfef3d4b6f" /><Relationship Type="http://schemas.openxmlformats.org/officeDocument/2006/relationships/notesSlide" Target="/ppt/notesSlides/notesSlide2.xml" Id="Rb67e09c232ac49a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4a5733495b4901" /><Relationship Type="http://schemas.openxmlformats.org/officeDocument/2006/relationships/image" Target="/ppt/media/image3.png" Id="R5fb9734c70554e8d" /><Relationship Type="http://schemas.openxmlformats.org/officeDocument/2006/relationships/notesSlide" Target="/ppt/notesSlides/notesSlide3.xml" Id="R8b7c2a3ee6b9404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f13840419f4688" /><Relationship Type="http://schemas.openxmlformats.org/officeDocument/2006/relationships/image" Target="/ppt/media/image4.png" Id="R70bd09fc741d4b07" /><Relationship Type="http://schemas.openxmlformats.org/officeDocument/2006/relationships/notesSlide" Target="/ppt/notesSlides/notesSlide4.xml" Id="R5c5faa284901477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113abbdff64942" /><Relationship Type="http://schemas.openxmlformats.org/officeDocument/2006/relationships/image" Target="/ppt/media/image5.png" Id="Rf1337b931032493c" /><Relationship Type="http://schemas.openxmlformats.org/officeDocument/2006/relationships/notesSlide" Target="/ppt/notesSlides/notesSlide5.xml" Id="R61e81c5464884c6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4a2243fad24439" /><Relationship Type="http://schemas.openxmlformats.org/officeDocument/2006/relationships/image" Target="/ppt/media/image6.png" Id="R37f3804488974dbe" /><Relationship Type="http://schemas.openxmlformats.org/officeDocument/2006/relationships/notesSlide" Target="/ppt/notesSlides/notesSlide6.xml" Id="R4bcfa77da3f8440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20760d8b0f492b" /><Relationship Type="http://schemas.openxmlformats.org/officeDocument/2006/relationships/image" Target="/ppt/media/image7.png" Id="Rc0a063009c204e56" /><Relationship Type="http://schemas.openxmlformats.org/officeDocument/2006/relationships/notesSlide" Target="/ppt/notesSlides/notesSlide7.xml" Id="Rf9d149667e72442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08c9337a824607" /><Relationship Type="http://schemas.openxmlformats.org/officeDocument/2006/relationships/image" Target="/ppt/media/image8.png" Id="R410f9d8a3cea4077" /><Relationship Type="http://schemas.openxmlformats.org/officeDocument/2006/relationships/notesSlide" Target="/ppt/notesSlides/notesSlide8.xml" Id="Rc2b7b99266f242f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7ec23e160e47d5" /><Relationship Type="http://schemas.openxmlformats.org/officeDocument/2006/relationships/image" Target="/ppt/media/image9.png" Id="R073132342fd0432e" /><Relationship Type="http://schemas.openxmlformats.org/officeDocument/2006/relationships/notesSlide" Target="/ppt/notesSlides/notesSlide9.xml" Id="R706f8f6a09474af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f25eba5e7044de" /><Relationship Type="http://schemas.openxmlformats.org/officeDocument/2006/relationships/image" Target="/ppt/media/image10.png" Id="R22a0256cbe144863" /><Relationship Type="http://schemas.openxmlformats.org/officeDocument/2006/relationships/notesSlide" Target="/ppt/notesSlides/notesSlide10.xml" Id="R6f3a3d3172744cf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b9e54563dd4a09" /><Relationship Type="http://schemas.openxmlformats.org/officeDocument/2006/relationships/image" Target="/ppt/media/image11.png" Id="R63da907679874d8c" /><Relationship Type="http://schemas.openxmlformats.org/officeDocument/2006/relationships/notesSlide" Target="/ppt/notesSlides/notesSlide11.xml" Id="Rf1b6f2e82df0433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6f85e28686467d" /><Relationship Type="http://schemas.openxmlformats.org/officeDocument/2006/relationships/image" Target="/ppt/media/image12.png" Id="R53b718c56ea84b95" /><Relationship Type="http://schemas.openxmlformats.org/officeDocument/2006/relationships/notesSlide" Target="/ppt/notesSlides/notesSlide12.xml" Id="Rfd7554c4c451483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8849e1573a4986" /><Relationship Type="http://schemas.openxmlformats.org/officeDocument/2006/relationships/image" Target="/ppt/media/image13.png" Id="R93843985ee5c4796" /><Relationship Type="http://schemas.openxmlformats.org/officeDocument/2006/relationships/notesSlide" Target="/ppt/notesSlides/notesSlide13.xml" Id="R741c5ab0a8c2457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b733737d254a83" /><Relationship Type="http://schemas.openxmlformats.org/officeDocument/2006/relationships/image" Target="/ppt/media/image14.png" Id="Rd52fa1232ca64d99" /><Relationship Type="http://schemas.openxmlformats.org/officeDocument/2006/relationships/notesSlide" Target="/ppt/notesSlides/notesSlide14.xml" Id="R5ff0605b6d924fc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9b407a3478453f" /><Relationship Type="http://schemas.openxmlformats.org/officeDocument/2006/relationships/image" Target="/ppt/media/image15.png" Id="R8f2a1548256b4987" /><Relationship Type="http://schemas.openxmlformats.org/officeDocument/2006/relationships/notesSlide" Target="/ppt/notesSlides/notesSlide15.xml" Id="Ra52b6a1ec74f45d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89c9b6a2304fdb" /><Relationship Type="http://schemas.openxmlformats.org/officeDocument/2006/relationships/image" Target="/ppt/media/image16.png" Id="Ra537bbf85cfe4aed" /><Relationship Type="http://schemas.openxmlformats.org/officeDocument/2006/relationships/notesSlide" Target="/ppt/notesSlides/notesSlide16.xml" Id="R94c7f13a963643ea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dca22e2ab94bed" /><Relationship Type="http://schemas.openxmlformats.org/officeDocument/2006/relationships/image" Target="/ppt/media/image17.png" Id="Rb2f3f7c0fb4f415f" /><Relationship Type="http://schemas.openxmlformats.org/officeDocument/2006/relationships/notesSlide" Target="/ppt/notesSlides/notesSlide17.xml" Id="Rae9498c9087b48fa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65a8a9c32441fd" /><Relationship Type="http://schemas.openxmlformats.org/officeDocument/2006/relationships/image" Target="/ppt/media/image18.png" Id="R646052e6b78c4892" /><Relationship Type="http://schemas.openxmlformats.org/officeDocument/2006/relationships/notesSlide" Target="/ppt/notesSlides/notesSlide18.xml" Id="R23e32aa989b94914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4047551fde4149" /><Relationship Type="http://schemas.openxmlformats.org/officeDocument/2006/relationships/image" Target="/ppt/media/image19.png" Id="Rdeef26f7f75f4ae0" /><Relationship Type="http://schemas.openxmlformats.org/officeDocument/2006/relationships/notesSlide" Target="/ppt/notesSlides/notesSlide19.xml" Id="R3ff3cc1b37cb4ed4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1f7be5fe864046" /><Relationship Type="http://schemas.openxmlformats.org/officeDocument/2006/relationships/image" Target="/ppt/media/image20.png" Id="R2fd8799755c6486a" /><Relationship Type="http://schemas.openxmlformats.org/officeDocument/2006/relationships/notesSlide" Target="/ppt/notesSlides/notesSlide20.xml" Id="Rde586f996d85419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c74a13a6c44cf2"/>
          <a:stretch xmlns:a="http://schemas.openxmlformats.org/drawingml/2006/main"/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38022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8167cfef3d4b6f"/>
          <a:stretch xmlns:a="http://schemas.openxmlformats.org/drawingml/2006/main"/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66641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b9734c70554e8d"/>
          <a:stretch xmlns:a="http://schemas.openxmlformats.org/drawingml/2006/main"/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30223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bd09fc741d4b07"/>
          <a:stretch xmlns:a="http://schemas.openxmlformats.org/drawingml/2006/main"/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282092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337b931032493c"/>
          <a:stretch xmlns:a="http://schemas.openxmlformats.org/drawingml/2006/main"/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484442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f3804488974dbe"/>
          <a:stretch xmlns:a="http://schemas.openxmlformats.org/drawingml/2006/main"/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213525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a063009c204e56"/>
          <a:stretch xmlns:a="http://schemas.openxmlformats.org/drawingml/2006/main"/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730467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0f9d8a3cea4077"/>
          <a:stretch xmlns:a="http://schemas.openxmlformats.org/drawingml/2006/main"/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432663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3132342fd0432e"/>
          <a:stretch xmlns:a="http://schemas.openxmlformats.org/drawingml/2006/main"/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957404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a0256cbe144863"/>
          <a:stretch xmlns:a="http://schemas.openxmlformats.org/drawingml/2006/main"/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458416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da907679874d8c"/>
          <a:stretch xmlns:a="http://schemas.openxmlformats.org/drawingml/2006/main"/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887869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b718c56ea84b95"/>
          <a:stretch xmlns:a="http://schemas.openxmlformats.org/drawingml/2006/main"/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949784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843985ee5c4796"/>
          <a:stretch xmlns:a="http://schemas.openxmlformats.org/drawingml/2006/main"/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986158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2fa1232ca64d99"/>
          <a:stretch xmlns:a="http://schemas.openxmlformats.org/drawingml/2006/main"/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771188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2a1548256b4987"/>
          <a:stretch xmlns:a="http://schemas.openxmlformats.org/drawingml/2006/main"/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599981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37bbf85cfe4aed"/>
          <a:stretch xmlns:a="http://schemas.openxmlformats.org/drawingml/2006/main"/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450182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f3f7c0fb4f415f"/>
          <a:stretch xmlns:a="http://schemas.openxmlformats.org/drawingml/2006/main"/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648390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6052e6b78c4892"/>
          <a:stretch xmlns:a="http://schemas.openxmlformats.org/drawingml/2006/main"/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0215889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ef26f7f75f4ae0"/>
          <a:stretch xmlns:a="http://schemas.openxmlformats.org/drawingml/2006/main"/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7993063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d8799755c6486a"/>
          <a:stretch xmlns:a="http://schemas.openxmlformats.org/drawingml/2006/main"/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48587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2026-09-17T16:20:02.5370000Z</dcterms:created>
  <dcterms:modified xsi:type="dcterms:W3CDTF">2026-09-17T16:20:02.5370000Z</dcterms:modified>
</coreProperties>
</file>