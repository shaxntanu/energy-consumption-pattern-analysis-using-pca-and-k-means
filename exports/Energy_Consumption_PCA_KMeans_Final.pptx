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df8aa142440c9" /><Relationship Type="http://schemas.openxmlformats.org/officeDocument/2006/relationships/extended-properties" Target="/docProps/app.xml" Id="R4c3a2d161dee4213" /><Relationship Type="http://schemas.openxmlformats.org/officeDocument/2006/relationships/officeDocument" Target="/ppt/presentation.xml" Id="R4e0a706d7357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59d66232c4581"/>
  </p:sldMasterIdLst>
  <p:notesMasterIdLst>
    <p:notesMasterId xmlns:r="http://schemas.openxmlformats.org/officeDocument/2006/relationships" r:id="R5a6db427ca6f4990"/>
  </p:notesMasterIdLst>
  <p:sldIdLst>
    <p:sldId xmlns:r="http://schemas.openxmlformats.org/officeDocument/2006/relationships" id="256" r:id="R9a9f327849b24d93"/>
    <p:sldId xmlns:r="http://schemas.openxmlformats.org/officeDocument/2006/relationships" id="257" r:id="R3bd8e84ebdee49e4"/>
    <p:sldId xmlns:r="http://schemas.openxmlformats.org/officeDocument/2006/relationships" id="258" r:id="R9baeb6176d6d4e01"/>
    <p:sldId xmlns:r="http://schemas.openxmlformats.org/officeDocument/2006/relationships" id="259" r:id="R9f081238228d475c"/>
    <p:sldId xmlns:r="http://schemas.openxmlformats.org/officeDocument/2006/relationships" id="260" r:id="R1b889a1ab54248d2"/>
    <p:sldId xmlns:r="http://schemas.openxmlformats.org/officeDocument/2006/relationships" id="261" r:id="R82f3577b96ca406a"/>
    <p:sldId xmlns:r="http://schemas.openxmlformats.org/officeDocument/2006/relationships" id="262" r:id="R33e5879c036d4c43"/>
    <p:sldId xmlns:r="http://schemas.openxmlformats.org/officeDocument/2006/relationships" id="263" r:id="Rf396b5e1f8c04a00"/>
    <p:sldId xmlns:r="http://schemas.openxmlformats.org/officeDocument/2006/relationships" id="264" r:id="R451e2d1166994298"/>
    <p:sldId xmlns:r="http://schemas.openxmlformats.org/officeDocument/2006/relationships" id="265" r:id="R728fad79bce34e54"/>
    <p:sldId xmlns:r="http://schemas.openxmlformats.org/officeDocument/2006/relationships" id="266" r:id="R31b9f70aeba1409c"/>
    <p:sldId xmlns:r="http://schemas.openxmlformats.org/officeDocument/2006/relationships" id="267" r:id="Rf8cafe709de54377"/>
    <p:sldId xmlns:r="http://schemas.openxmlformats.org/officeDocument/2006/relationships" id="268" r:id="R09d4787476f44bd8"/>
    <p:sldId xmlns:r="http://schemas.openxmlformats.org/officeDocument/2006/relationships" id="269" r:id="R5cd9c464cfb04b9e"/>
    <p:sldId xmlns:r="http://schemas.openxmlformats.org/officeDocument/2006/relationships" id="270" r:id="Rc9c2f7d783cf48ec"/>
    <p:sldId xmlns:r="http://schemas.openxmlformats.org/officeDocument/2006/relationships" id="271" r:id="R605053e44f884efb"/>
    <p:sldId xmlns:r="http://schemas.openxmlformats.org/officeDocument/2006/relationships" id="272" r:id="R2d1d80a0ca6e4c94"/>
    <p:sldId xmlns:r="http://schemas.openxmlformats.org/officeDocument/2006/relationships" id="273" r:id="Rfddf2d5591874314"/>
    <p:sldId xmlns:r="http://schemas.openxmlformats.org/officeDocument/2006/relationships" id="274" r:id="R05c86a265a6e4d6a"/>
    <p:sldId xmlns:r="http://schemas.openxmlformats.org/officeDocument/2006/relationships" id="275" r:id="R143b22a8e2f246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4d6c08d62b48e4" /><Relationship Type="http://schemas.openxmlformats.org/officeDocument/2006/relationships/slideMaster" Target="/ppt/slideMasters/slideMaster1.xml" Id="Rbb959d66232c4581" /><Relationship Type="http://schemas.openxmlformats.org/officeDocument/2006/relationships/notesMaster" Target="/ppt/notesMasters/notesMaster1.xml" Id="R5a6db427ca6f4990" /><Relationship Type="http://schemas.openxmlformats.org/officeDocument/2006/relationships/presProps" Target="/ppt/presProps.xml" Id="Rdd29e324227e4482" /><Relationship Type="http://schemas.openxmlformats.org/officeDocument/2006/relationships/tableStyles" Target="/ppt/tableStyles.xml" Id="R7926923ed96c4dd4" /><Relationship Type="http://schemas.openxmlformats.org/officeDocument/2006/relationships/slide" Target="/ppt/slides/slide1.xml" Id="R9a9f327849b24d93" /><Relationship Type="http://schemas.openxmlformats.org/officeDocument/2006/relationships/slide" Target="/ppt/slides/slide2.xml" Id="R3bd8e84ebdee49e4" /><Relationship Type="http://schemas.openxmlformats.org/officeDocument/2006/relationships/slide" Target="/ppt/slides/slide3.xml" Id="R9baeb6176d6d4e01" /><Relationship Type="http://schemas.openxmlformats.org/officeDocument/2006/relationships/slide" Target="/ppt/slides/slide4.xml" Id="R9f081238228d475c" /><Relationship Type="http://schemas.openxmlformats.org/officeDocument/2006/relationships/slide" Target="/ppt/slides/slide5.xml" Id="R1b889a1ab54248d2" /><Relationship Type="http://schemas.openxmlformats.org/officeDocument/2006/relationships/slide" Target="/ppt/slides/slide6.xml" Id="R82f3577b96ca406a" /><Relationship Type="http://schemas.openxmlformats.org/officeDocument/2006/relationships/slide" Target="/ppt/slides/slide7.xml" Id="R33e5879c036d4c43" /><Relationship Type="http://schemas.openxmlformats.org/officeDocument/2006/relationships/slide" Target="/ppt/slides/slide8.xml" Id="Rf396b5e1f8c04a00" /><Relationship Type="http://schemas.openxmlformats.org/officeDocument/2006/relationships/slide" Target="/ppt/slides/slide9.xml" Id="R451e2d1166994298" /><Relationship Type="http://schemas.openxmlformats.org/officeDocument/2006/relationships/slide" Target="/ppt/slides/slide10.xml" Id="R728fad79bce34e54" /><Relationship Type="http://schemas.openxmlformats.org/officeDocument/2006/relationships/slide" Target="/ppt/slides/slide11.xml" Id="R31b9f70aeba1409c" /><Relationship Type="http://schemas.openxmlformats.org/officeDocument/2006/relationships/slide" Target="/ppt/slides/slide12.xml" Id="Rf8cafe709de54377" /><Relationship Type="http://schemas.openxmlformats.org/officeDocument/2006/relationships/slide" Target="/ppt/slides/slide13.xml" Id="R09d4787476f44bd8" /><Relationship Type="http://schemas.openxmlformats.org/officeDocument/2006/relationships/slide" Target="/ppt/slides/slide14.xml" Id="R5cd9c464cfb04b9e" /><Relationship Type="http://schemas.openxmlformats.org/officeDocument/2006/relationships/slide" Target="/ppt/slides/slide15.xml" Id="Rc9c2f7d783cf48ec" /><Relationship Type="http://schemas.openxmlformats.org/officeDocument/2006/relationships/slide" Target="/ppt/slides/slide16.xml" Id="R605053e44f884efb" /><Relationship Type="http://schemas.openxmlformats.org/officeDocument/2006/relationships/slide" Target="/ppt/slides/slide17.xml" Id="R2d1d80a0ca6e4c94" /><Relationship Type="http://schemas.openxmlformats.org/officeDocument/2006/relationships/slide" Target="/ppt/slides/slide18.xml" Id="Rfddf2d5591874314" /><Relationship Type="http://schemas.openxmlformats.org/officeDocument/2006/relationships/slide" Target="/ppt/slides/slide19.xml" Id="R05c86a265a6e4d6a" /><Relationship Type="http://schemas.openxmlformats.org/officeDocument/2006/relationships/slide" Target="/ppt/slides/slide20.xml" Id="R143b22a8e2f2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27f26f6e6a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559747deeb4e30" /><Relationship Type="http://schemas.openxmlformats.org/officeDocument/2006/relationships/notesMaster" Target="/ppt/notesMasters/notesMaster1.xml" Id="R39537919dea0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eda2b0a224c0f" /><Relationship Type="http://schemas.openxmlformats.org/officeDocument/2006/relationships/notesMaster" Target="/ppt/notesMasters/notesMaster1.xml" Id="Rac24707d848149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b137f6c0b4f91" /><Relationship Type="http://schemas.openxmlformats.org/officeDocument/2006/relationships/notesMaster" Target="/ppt/notesMasters/notesMaster1.xml" Id="Rac68e9b1341044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78c07953b4a45" /><Relationship Type="http://schemas.openxmlformats.org/officeDocument/2006/relationships/notesMaster" Target="/ppt/notesMasters/notesMaster1.xml" Id="R541a9d5f4e0f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3d00e91e314414" /><Relationship Type="http://schemas.openxmlformats.org/officeDocument/2006/relationships/notesMaster" Target="/ppt/notesMasters/notesMaster1.xml" Id="R5532c40fffad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040e87ac644fa4" /><Relationship Type="http://schemas.openxmlformats.org/officeDocument/2006/relationships/notesMaster" Target="/ppt/notesMasters/notesMaster1.xml" Id="R60c2b28ab8e34a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2a39efe6af4eba" /><Relationship Type="http://schemas.openxmlformats.org/officeDocument/2006/relationships/notesMaster" Target="/ppt/notesMasters/notesMaster1.xml" Id="R3fcbd2970eec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c168be45194df1" /><Relationship Type="http://schemas.openxmlformats.org/officeDocument/2006/relationships/notesMaster" Target="/ppt/notesMasters/notesMaster1.xml" Id="R95dd350565a042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288a0438fe4ffa" /><Relationship Type="http://schemas.openxmlformats.org/officeDocument/2006/relationships/notesMaster" Target="/ppt/notesMasters/notesMaster1.xml" Id="R393e54caa7e7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a01caadbe04f2d" /><Relationship Type="http://schemas.openxmlformats.org/officeDocument/2006/relationships/notesMaster" Target="/ppt/notesMasters/notesMaster1.xml" Id="R48dbed6cfd3348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14743d316f451e" /><Relationship Type="http://schemas.openxmlformats.org/officeDocument/2006/relationships/notesMaster" Target="/ppt/notesMasters/notesMaster1.xml" Id="R2092340f104841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67b4f10754bfb" /><Relationship Type="http://schemas.openxmlformats.org/officeDocument/2006/relationships/notesMaster" Target="/ppt/notesMasters/notesMaster1.xml" Id="R6caaea2d368c46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632ad9a6d048f3" /><Relationship Type="http://schemas.openxmlformats.org/officeDocument/2006/relationships/notesMaster" Target="/ppt/notesMasters/notesMaster1.xml" Id="R0e1dd6aeb3b74d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5bba5fa62a4770" /><Relationship Type="http://schemas.openxmlformats.org/officeDocument/2006/relationships/notesMaster" Target="/ppt/notesMasters/notesMaster1.xml" Id="R7440232b741247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f85c1ac4a54553" /><Relationship Type="http://schemas.openxmlformats.org/officeDocument/2006/relationships/notesMaster" Target="/ppt/notesMasters/notesMaster1.xml" Id="R174c5ed7575548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4ae5a925464fa2" /><Relationship Type="http://schemas.openxmlformats.org/officeDocument/2006/relationships/notesMaster" Target="/ppt/notesMasters/notesMaster1.xml" Id="R13ac198192414d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18dfad571a425c" /><Relationship Type="http://schemas.openxmlformats.org/officeDocument/2006/relationships/notesMaster" Target="/ppt/notesMasters/notesMaster1.xml" Id="R1d99c7daf13f41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477b91bd614f6d" /><Relationship Type="http://schemas.openxmlformats.org/officeDocument/2006/relationships/notesMaster" Target="/ppt/notesMasters/notesMaster1.xml" Id="Ra0205854374e44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bbbd12fc684724" /><Relationship Type="http://schemas.openxmlformats.org/officeDocument/2006/relationships/notesMaster" Target="/ppt/notesMasters/notesMaster1.xml" Id="Ra44a7f3356ca45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585d2795074f3c" /><Relationship Type="http://schemas.openxmlformats.org/officeDocument/2006/relationships/notesMaster" Target="/ppt/notesMasters/notesMaster1.xml" Id="R225a7980e782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675247f3143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e949cede4847af" /><Relationship Type="http://schemas.openxmlformats.org/officeDocument/2006/relationships/slideLayout" Target="/ppt/slideLayouts/slideLayout1.xml" Id="R8aa5e72dbb51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a5e72dbb51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600301e841a0" /><Relationship Type="http://schemas.openxmlformats.org/officeDocument/2006/relationships/image" Target="/ppt/media/image.png" Id="R5936d2661c1c4955" /><Relationship Type="http://schemas.openxmlformats.org/officeDocument/2006/relationships/notesSlide" Target="/ppt/notesSlides/notesSlide1.xml" Id="Red18288a1724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2078ca6d4a28" /><Relationship Type="http://schemas.openxmlformats.org/officeDocument/2006/relationships/image" Target="/ppt/media/image2.png" Id="R47f00925605e4d30" /><Relationship Type="http://schemas.openxmlformats.org/officeDocument/2006/relationships/notesSlide" Target="/ppt/notesSlides/notesSlide2.xml" Id="Recc633bf50bf49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dd64e24ce46ed" /><Relationship Type="http://schemas.openxmlformats.org/officeDocument/2006/relationships/image" Target="/ppt/media/image3.png" Id="R3485f1e822384d67" /><Relationship Type="http://schemas.openxmlformats.org/officeDocument/2006/relationships/notesSlide" Target="/ppt/notesSlides/notesSlide3.xml" Id="Rde7a54bfea3840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7772e74454ce8" /><Relationship Type="http://schemas.openxmlformats.org/officeDocument/2006/relationships/image" Target="/ppt/media/image4.png" Id="Rc22b4807acf34e7c" /><Relationship Type="http://schemas.openxmlformats.org/officeDocument/2006/relationships/notesSlide" Target="/ppt/notesSlides/notesSlide4.xml" Id="Raf02a103bc1b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c3f3eda64051" /><Relationship Type="http://schemas.openxmlformats.org/officeDocument/2006/relationships/image" Target="/ppt/media/image5.png" Id="R1c378bf07f4444ec" /><Relationship Type="http://schemas.openxmlformats.org/officeDocument/2006/relationships/notesSlide" Target="/ppt/notesSlides/notesSlide5.xml" Id="Rcb8955b77aed46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9a3ba7626477d" /><Relationship Type="http://schemas.openxmlformats.org/officeDocument/2006/relationships/image" Target="/ppt/media/image6.png" Id="R4c9623826ba44211" /><Relationship Type="http://schemas.openxmlformats.org/officeDocument/2006/relationships/notesSlide" Target="/ppt/notesSlides/notesSlide6.xml" Id="Re5072dacd24941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090274ada41a0" /><Relationship Type="http://schemas.openxmlformats.org/officeDocument/2006/relationships/image" Target="/ppt/media/image7.png" Id="R0966432d7028437b" /><Relationship Type="http://schemas.openxmlformats.org/officeDocument/2006/relationships/notesSlide" Target="/ppt/notesSlides/notesSlide7.xml" Id="Re021b8631dc642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dbf7c79d147ef" /><Relationship Type="http://schemas.openxmlformats.org/officeDocument/2006/relationships/image" Target="/ppt/media/image8.png" Id="R9820797e224e430c" /><Relationship Type="http://schemas.openxmlformats.org/officeDocument/2006/relationships/notesSlide" Target="/ppt/notesSlides/notesSlide8.xml" Id="Rc3bf30c491b443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13045b4d04adb" /><Relationship Type="http://schemas.openxmlformats.org/officeDocument/2006/relationships/image" Target="/ppt/media/image9.png" Id="R8877fbdcf551441a" /><Relationship Type="http://schemas.openxmlformats.org/officeDocument/2006/relationships/notesSlide" Target="/ppt/notesSlides/notesSlide9.xml" Id="R43f4b13ef77845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21d4a5ad844f8" /><Relationship Type="http://schemas.openxmlformats.org/officeDocument/2006/relationships/image" Target="/ppt/media/image10.png" Id="R8e9f10f5b8e64401" /><Relationship Type="http://schemas.openxmlformats.org/officeDocument/2006/relationships/notesSlide" Target="/ppt/notesSlides/notesSlide10.xml" Id="R8f5b0bb1e3814f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55d5ffa664e64" /><Relationship Type="http://schemas.openxmlformats.org/officeDocument/2006/relationships/image" Target="/ppt/media/image11.png" Id="R9adc68f531144803" /><Relationship Type="http://schemas.openxmlformats.org/officeDocument/2006/relationships/notesSlide" Target="/ppt/notesSlides/notesSlide11.xml" Id="R161b31579d9e46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8434f23484127" /><Relationship Type="http://schemas.openxmlformats.org/officeDocument/2006/relationships/image" Target="/ppt/media/image12.png" Id="R5439c0f6400e47b8" /><Relationship Type="http://schemas.openxmlformats.org/officeDocument/2006/relationships/notesSlide" Target="/ppt/notesSlides/notesSlide12.xml" Id="Rbc456871676a48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000d538e40a6" /><Relationship Type="http://schemas.openxmlformats.org/officeDocument/2006/relationships/image" Target="/ppt/media/image13.png" Id="R58f1efb3ea0c4deb" /><Relationship Type="http://schemas.openxmlformats.org/officeDocument/2006/relationships/notesSlide" Target="/ppt/notesSlides/notesSlide13.xml" Id="Rb91896a8a33344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3bbe419ca4a57" /><Relationship Type="http://schemas.openxmlformats.org/officeDocument/2006/relationships/image" Target="/ppt/media/image14.png" Id="Rc992a040a96d4379" /><Relationship Type="http://schemas.openxmlformats.org/officeDocument/2006/relationships/notesSlide" Target="/ppt/notesSlides/notesSlide14.xml" Id="Ra1f9470ea6a94c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8e914885d4d84" /><Relationship Type="http://schemas.openxmlformats.org/officeDocument/2006/relationships/image" Target="/ppt/media/image15.png" Id="R46f76e02edb3484b" /><Relationship Type="http://schemas.openxmlformats.org/officeDocument/2006/relationships/notesSlide" Target="/ppt/notesSlides/notesSlide15.xml" Id="R4cdd9916490c46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dd13d95441e1" /><Relationship Type="http://schemas.openxmlformats.org/officeDocument/2006/relationships/image" Target="/ppt/media/image16.png" Id="R75e81f70e9e94928" /><Relationship Type="http://schemas.openxmlformats.org/officeDocument/2006/relationships/notesSlide" Target="/ppt/notesSlides/notesSlide16.xml" Id="R1d672c28998247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235425884fbb" /><Relationship Type="http://schemas.openxmlformats.org/officeDocument/2006/relationships/image" Target="/ppt/media/image17.png" Id="R17e6068f027449cc" /><Relationship Type="http://schemas.openxmlformats.org/officeDocument/2006/relationships/notesSlide" Target="/ppt/notesSlides/notesSlide17.xml" Id="R8f78c812f7124a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969b6ee6546f9" /><Relationship Type="http://schemas.openxmlformats.org/officeDocument/2006/relationships/image" Target="/ppt/media/image18.png" Id="Rb9d0242790db43fb" /><Relationship Type="http://schemas.openxmlformats.org/officeDocument/2006/relationships/notesSlide" Target="/ppt/notesSlides/notesSlide18.xml" Id="R24dc9a4c39a74f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f27e06b2a4012" /><Relationship Type="http://schemas.openxmlformats.org/officeDocument/2006/relationships/image" Target="/ppt/media/image19.png" Id="R0f729707b2bc4906" /><Relationship Type="http://schemas.openxmlformats.org/officeDocument/2006/relationships/notesSlide" Target="/ppt/notesSlides/notesSlide19.xml" Id="Rd128c02858ff4f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15e594a58412d" /><Relationship Type="http://schemas.openxmlformats.org/officeDocument/2006/relationships/image" Target="/ppt/media/image20.png" Id="R8ce7eaa8542e46cd" /><Relationship Type="http://schemas.openxmlformats.org/officeDocument/2006/relationships/notesSlide" Target="/ppt/notesSlides/notesSlide20.xml" Id="Rb6dff9dc36424a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6d2661c1c49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14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0925605e4d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64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5f1e822384d6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88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b4807acf34e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80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78bf07f4444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75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623826ba4421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0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6432d7028437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06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0797e224e43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14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7fbdcf55144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f10f5b8e6440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6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c68f53114480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85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9c0f6400e47b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04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1efb3ea0c4de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2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2a040a96d43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40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76e02edb348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06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1f70e9e9492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97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6068f027449c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552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0242790db43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505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29707b2bc490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478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eaa8542e46c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33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2026-09-17T16:30:04.3050000Z</dcterms:created>
  <dcterms:modified xsi:type="dcterms:W3CDTF">2026-09-17T16:30:04.3050000Z</dcterms:modified>
</coreProperties>
</file>