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3a3db5a1aa43a6" /><Relationship Type="http://schemas.openxmlformats.org/officeDocument/2006/relationships/extended-properties" Target="/docProps/app.xml" Id="R6d8ac7c5a2224304" /><Relationship Type="http://schemas.openxmlformats.org/officeDocument/2006/relationships/officeDocument" Target="/ppt/presentation.xml" Id="Rd57abc14336541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35d65b06d444c6"/>
  </p:sldMasterIdLst>
  <p:notesMasterIdLst>
    <p:notesMasterId xmlns:r="http://schemas.openxmlformats.org/officeDocument/2006/relationships" r:id="R3f2df7b7c0ad48d0"/>
  </p:notesMasterIdLst>
  <p:sldIdLst>
    <p:sldId xmlns:r="http://schemas.openxmlformats.org/officeDocument/2006/relationships" id="256" r:id="Rf72711c194b44064"/>
    <p:sldId xmlns:r="http://schemas.openxmlformats.org/officeDocument/2006/relationships" id="257" r:id="R9912d7ddace04072"/>
    <p:sldId xmlns:r="http://schemas.openxmlformats.org/officeDocument/2006/relationships" id="258" r:id="Rfb12a580abc64d84"/>
    <p:sldId xmlns:r="http://schemas.openxmlformats.org/officeDocument/2006/relationships" id="259" r:id="Rf4595dccbacb4218"/>
    <p:sldId xmlns:r="http://schemas.openxmlformats.org/officeDocument/2006/relationships" id="260" r:id="R40038fbf75394199"/>
    <p:sldId xmlns:r="http://schemas.openxmlformats.org/officeDocument/2006/relationships" id="261" r:id="Rd2a0fbbe8f004fda"/>
    <p:sldId xmlns:r="http://schemas.openxmlformats.org/officeDocument/2006/relationships" id="262" r:id="Rdf2c9726f59e4c5a"/>
    <p:sldId xmlns:r="http://schemas.openxmlformats.org/officeDocument/2006/relationships" id="263" r:id="Ra4e174fa8bd74d49"/>
    <p:sldId xmlns:r="http://schemas.openxmlformats.org/officeDocument/2006/relationships" id="264" r:id="R042c662bedc445bf"/>
    <p:sldId xmlns:r="http://schemas.openxmlformats.org/officeDocument/2006/relationships" id="265" r:id="R67c1ae83ed2a4d3e"/>
    <p:sldId xmlns:r="http://schemas.openxmlformats.org/officeDocument/2006/relationships" id="266" r:id="R2c0b6fd0604148cf"/>
    <p:sldId xmlns:r="http://schemas.openxmlformats.org/officeDocument/2006/relationships" id="267" r:id="Rf8410801e4e546b5"/>
    <p:sldId xmlns:r="http://schemas.openxmlformats.org/officeDocument/2006/relationships" id="268" r:id="Ra5a17e6870b1412a"/>
    <p:sldId xmlns:r="http://schemas.openxmlformats.org/officeDocument/2006/relationships" id="269" r:id="R5df091403e86422b"/>
    <p:sldId xmlns:r="http://schemas.openxmlformats.org/officeDocument/2006/relationships" id="270" r:id="Rc2345d665c564d19"/>
    <p:sldId xmlns:r="http://schemas.openxmlformats.org/officeDocument/2006/relationships" id="271" r:id="R97c9122eb620432c"/>
    <p:sldId xmlns:r="http://schemas.openxmlformats.org/officeDocument/2006/relationships" id="272" r:id="Re2826d59cafd4129"/>
    <p:sldId xmlns:r="http://schemas.openxmlformats.org/officeDocument/2006/relationships" id="273" r:id="R8ff73477a043424b"/>
    <p:sldId xmlns:r="http://schemas.openxmlformats.org/officeDocument/2006/relationships" id="274" r:id="Rab0eb70143fc4176"/>
    <p:sldId xmlns:r="http://schemas.openxmlformats.org/officeDocument/2006/relationships" id="275" r:id="Rcad2f1ec1b5542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ebcccd82e8414a" /><Relationship Type="http://schemas.openxmlformats.org/officeDocument/2006/relationships/slideMaster" Target="/ppt/slideMasters/slideMaster1.xml" Id="R8035d65b06d444c6" /><Relationship Type="http://schemas.openxmlformats.org/officeDocument/2006/relationships/notesMaster" Target="/ppt/notesMasters/notesMaster1.xml" Id="R3f2df7b7c0ad48d0" /><Relationship Type="http://schemas.openxmlformats.org/officeDocument/2006/relationships/presProps" Target="/ppt/presProps.xml" Id="R08ded9fbdd05411c" /><Relationship Type="http://schemas.openxmlformats.org/officeDocument/2006/relationships/tableStyles" Target="/ppt/tableStyles.xml" Id="R34043b0cfbf7474d" /><Relationship Type="http://schemas.openxmlformats.org/officeDocument/2006/relationships/slide" Target="/ppt/slides/slide1.xml" Id="Rf72711c194b44064" /><Relationship Type="http://schemas.openxmlformats.org/officeDocument/2006/relationships/slide" Target="/ppt/slides/slide2.xml" Id="R9912d7ddace04072" /><Relationship Type="http://schemas.openxmlformats.org/officeDocument/2006/relationships/slide" Target="/ppt/slides/slide3.xml" Id="Rfb12a580abc64d84" /><Relationship Type="http://schemas.openxmlformats.org/officeDocument/2006/relationships/slide" Target="/ppt/slides/slide4.xml" Id="Rf4595dccbacb4218" /><Relationship Type="http://schemas.openxmlformats.org/officeDocument/2006/relationships/slide" Target="/ppt/slides/slide5.xml" Id="R40038fbf75394199" /><Relationship Type="http://schemas.openxmlformats.org/officeDocument/2006/relationships/slide" Target="/ppt/slides/slide6.xml" Id="Rd2a0fbbe8f004fda" /><Relationship Type="http://schemas.openxmlformats.org/officeDocument/2006/relationships/slide" Target="/ppt/slides/slide7.xml" Id="Rdf2c9726f59e4c5a" /><Relationship Type="http://schemas.openxmlformats.org/officeDocument/2006/relationships/slide" Target="/ppt/slides/slide8.xml" Id="Ra4e174fa8bd74d49" /><Relationship Type="http://schemas.openxmlformats.org/officeDocument/2006/relationships/slide" Target="/ppt/slides/slide9.xml" Id="R042c662bedc445bf" /><Relationship Type="http://schemas.openxmlformats.org/officeDocument/2006/relationships/slide" Target="/ppt/slides/slide10.xml" Id="R67c1ae83ed2a4d3e" /><Relationship Type="http://schemas.openxmlformats.org/officeDocument/2006/relationships/slide" Target="/ppt/slides/slide11.xml" Id="R2c0b6fd0604148cf" /><Relationship Type="http://schemas.openxmlformats.org/officeDocument/2006/relationships/slide" Target="/ppt/slides/slide12.xml" Id="Rf8410801e4e546b5" /><Relationship Type="http://schemas.openxmlformats.org/officeDocument/2006/relationships/slide" Target="/ppt/slides/slide13.xml" Id="Ra5a17e6870b1412a" /><Relationship Type="http://schemas.openxmlformats.org/officeDocument/2006/relationships/slide" Target="/ppt/slides/slide14.xml" Id="R5df091403e86422b" /><Relationship Type="http://schemas.openxmlformats.org/officeDocument/2006/relationships/slide" Target="/ppt/slides/slide15.xml" Id="Rc2345d665c564d19" /><Relationship Type="http://schemas.openxmlformats.org/officeDocument/2006/relationships/slide" Target="/ppt/slides/slide16.xml" Id="R97c9122eb620432c" /><Relationship Type="http://schemas.openxmlformats.org/officeDocument/2006/relationships/slide" Target="/ppt/slides/slide17.xml" Id="Re2826d59cafd4129" /><Relationship Type="http://schemas.openxmlformats.org/officeDocument/2006/relationships/slide" Target="/ppt/slides/slide18.xml" Id="R8ff73477a043424b" /><Relationship Type="http://schemas.openxmlformats.org/officeDocument/2006/relationships/slide" Target="/ppt/slides/slide19.xml" Id="Rab0eb70143fc4176" /><Relationship Type="http://schemas.openxmlformats.org/officeDocument/2006/relationships/slide" Target="/ppt/slides/slide20.xml" Id="Rcad2f1ec1b5542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e95e7129eb4a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5ef4462d8c4de8" /><Relationship Type="http://schemas.openxmlformats.org/officeDocument/2006/relationships/notesMaster" Target="/ppt/notesMasters/notesMaster1.xml" Id="R0ed46270d18c4e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2d553bb6ba4f65" /><Relationship Type="http://schemas.openxmlformats.org/officeDocument/2006/relationships/notesMaster" Target="/ppt/notesMasters/notesMaster1.xml" Id="R41ccc349114b41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97fb127f4d484b" /><Relationship Type="http://schemas.openxmlformats.org/officeDocument/2006/relationships/notesMaster" Target="/ppt/notesMasters/notesMaster1.xml" Id="R5f455dc5c06d45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f5dd78ba85404c" /><Relationship Type="http://schemas.openxmlformats.org/officeDocument/2006/relationships/notesMaster" Target="/ppt/notesMasters/notesMaster1.xml" Id="R706f9d6d483047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e25c956e2943c6" /><Relationship Type="http://schemas.openxmlformats.org/officeDocument/2006/relationships/notesMaster" Target="/ppt/notesMasters/notesMaster1.xml" Id="Rfa1f805064c64e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cf397cdad24639" /><Relationship Type="http://schemas.openxmlformats.org/officeDocument/2006/relationships/notesMaster" Target="/ppt/notesMasters/notesMaster1.xml" Id="R4ff7c825f72d43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6e96bc221d4ce6" /><Relationship Type="http://schemas.openxmlformats.org/officeDocument/2006/relationships/notesMaster" Target="/ppt/notesMasters/notesMaster1.xml" Id="R37ca07c050a146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738458df924032" /><Relationship Type="http://schemas.openxmlformats.org/officeDocument/2006/relationships/notesMaster" Target="/ppt/notesMasters/notesMaster1.xml" Id="R68bb83c6ab824e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2049c332d64ea6" /><Relationship Type="http://schemas.openxmlformats.org/officeDocument/2006/relationships/notesMaster" Target="/ppt/notesMasters/notesMaster1.xml" Id="R11ad64dd8df44d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cdc00741b14b6f" /><Relationship Type="http://schemas.openxmlformats.org/officeDocument/2006/relationships/notesMaster" Target="/ppt/notesMasters/notesMaster1.xml" Id="R87d9ed80a10f42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674552dd474289" /><Relationship Type="http://schemas.openxmlformats.org/officeDocument/2006/relationships/notesMaster" Target="/ppt/notesMasters/notesMaster1.xml" Id="Rec7e2ca3d9564a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881defc7104a8a" /><Relationship Type="http://schemas.openxmlformats.org/officeDocument/2006/relationships/notesMaster" Target="/ppt/notesMasters/notesMaster1.xml" Id="R2a01f1a5588b41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f568f5d8c04590" /><Relationship Type="http://schemas.openxmlformats.org/officeDocument/2006/relationships/notesMaster" Target="/ppt/notesMasters/notesMaster1.xml" Id="Rc1bdb800541340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4127345e284c3f" /><Relationship Type="http://schemas.openxmlformats.org/officeDocument/2006/relationships/notesMaster" Target="/ppt/notesMasters/notesMaster1.xml" Id="Rcc50574a8aa14a6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370d78e7e34147" /><Relationship Type="http://schemas.openxmlformats.org/officeDocument/2006/relationships/notesMaster" Target="/ppt/notesMasters/notesMaster1.xml" Id="R72bb2d74316e48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f4a2064923c475d" /><Relationship Type="http://schemas.openxmlformats.org/officeDocument/2006/relationships/notesMaster" Target="/ppt/notesMasters/notesMaster1.xml" Id="R2a94518e97e84e6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e8dac0409f4612" /><Relationship Type="http://schemas.openxmlformats.org/officeDocument/2006/relationships/notesMaster" Target="/ppt/notesMasters/notesMaster1.xml" Id="R1d5d7b4b169b458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cc9416da12d4723" /><Relationship Type="http://schemas.openxmlformats.org/officeDocument/2006/relationships/notesMaster" Target="/ppt/notesMasters/notesMaster1.xml" Id="Rdfc9e03059204e4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50b412fb7a14df4" /><Relationship Type="http://schemas.openxmlformats.org/officeDocument/2006/relationships/notesMaster" Target="/ppt/notesMasters/notesMaster1.xml" Id="Rcccac8da07ce4e8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e0889bb3f174e87" /><Relationship Type="http://schemas.openxmlformats.org/officeDocument/2006/relationships/notesMaster" Target="/ppt/notesMasters/notesMaster1.xml" Id="Rf0a8dd44b81944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4d0f729f744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0f1118e5cf4b06" /><Relationship Type="http://schemas.openxmlformats.org/officeDocument/2006/relationships/slideLayout" Target="/ppt/slideLayouts/slideLayout1.xml" Id="R4e0a9ca640d142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0a9ca640d142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4216d069b4003" /><Relationship Type="http://schemas.openxmlformats.org/officeDocument/2006/relationships/image" Target="/ppt/media/image.png" Id="R8594cf7ecd1b4801" /><Relationship Type="http://schemas.openxmlformats.org/officeDocument/2006/relationships/notesSlide" Target="/ppt/notesSlides/notesSlide1.xml" Id="R0e92e726f55540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2cbd17eab4895" /><Relationship Type="http://schemas.openxmlformats.org/officeDocument/2006/relationships/image" Target="/ppt/media/image2.png" Id="R16dfc033a7eb49f9" /><Relationship Type="http://schemas.openxmlformats.org/officeDocument/2006/relationships/notesSlide" Target="/ppt/notesSlides/notesSlide2.xml" Id="Rb96e0354e54c4b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8d7e5f1ee4823" /><Relationship Type="http://schemas.openxmlformats.org/officeDocument/2006/relationships/image" Target="/ppt/media/image3.png" Id="Rcf85feea3afd4626" /><Relationship Type="http://schemas.openxmlformats.org/officeDocument/2006/relationships/notesSlide" Target="/ppt/notesSlides/notesSlide3.xml" Id="R5cbf11f3981446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186866482462b" /><Relationship Type="http://schemas.openxmlformats.org/officeDocument/2006/relationships/image" Target="/ppt/media/image4.png" Id="R11e7dfb0cef349d5" /><Relationship Type="http://schemas.openxmlformats.org/officeDocument/2006/relationships/notesSlide" Target="/ppt/notesSlides/notesSlide4.xml" Id="Rea8bc0b3d9b947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c55ca769144df" /><Relationship Type="http://schemas.openxmlformats.org/officeDocument/2006/relationships/image" Target="/ppt/media/image5.png" Id="R1ba1c012dc1a4321" /><Relationship Type="http://schemas.openxmlformats.org/officeDocument/2006/relationships/notesSlide" Target="/ppt/notesSlides/notesSlide5.xml" Id="R23fa2379e3c24c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ae9636164d402c" /><Relationship Type="http://schemas.openxmlformats.org/officeDocument/2006/relationships/image" Target="/ppt/media/image6.png" Id="Rff854385184149f4" /><Relationship Type="http://schemas.openxmlformats.org/officeDocument/2006/relationships/notesSlide" Target="/ppt/notesSlides/notesSlide6.xml" Id="Rf99bb15bb3fe4e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e133a191d4dbf" /><Relationship Type="http://schemas.openxmlformats.org/officeDocument/2006/relationships/image" Target="/ppt/media/image7.png" Id="Rcc2b70862c0742e3" /><Relationship Type="http://schemas.openxmlformats.org/officeDocument/2006/relationships/notesSlide" Target="/ppt/notesSlides/notesSlide7.xml" Id="R084fa83cd29846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3016cf7d34f0a" /><Relationship Type="http://schemas.openxmlformats.org/officeDocument/2006/relationships/image" Target="/ppt/media/image8.png" Id="R3946679d52e44e0a" /><Relationship Type="http://schemas.openxmlformats.org/officeDocument/2006/relationships/notesSlide" Target="/ppt/notesSlides/notesSlide8.xml" Id="R320f8b36eeab4a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33ee888414b77" /><Relationship Type="http://schemas.openxmlformats.org/officeDocument/2006/relationships/image" Target="/ppt/media/image9.png" Id="R11f1c3fc2e304a77" /><Relationship Type="http://schemas.openxmlformats.org/officeDocument/2006/relationships/notesSlide" Target="/ppt/notesSlides/notesSlide9.xml" Id="R579c4bef0ebc4b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52fc79a8e49ee" /><Relationship Type="http://schemas.openxmlformats.org/officeDocument/2006/relationships/image" Target="/ppt/media/image10.png" Id="R4a9228cbb7684432" /><Relationship Type="http://schemas.openxmlformats.org/officeDocument/2006/relationships/notesSlide" Target="/ppt/notesSlides/notesSlide10.xml" Id="R126c9cb94c5249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c7cfa3cb74f39" /><Relationship Type="http://schemas.openxmlformats.org/officeDocument/2006/relationships/image" Target="/ppt/media/image11.png" Id="R510bb209406b4b42" /><Relationship Type="http://schemas.openxmlformats.org/officeDocument/2006/relationships/notesSlide" Target="/ppt/notesSlides/notesSlide11.xml" Id="Re841e88638d846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941de90f2471f" /><Relationship Type="http://schemas.openxmlformats.org/officeDocument/2006/relationships/image" Target="/ppt/media/image12.png" Id="Rfb1559391e9a4125" /><Relationship Type="http://schemas.openxmlformats.org/officeDocument/2006/relationships/notesSlide" Target="/ppt/notesSlides/notesSlide12.xml" Id="Rc90efc88922042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025c39a9743a3" /><Relationship Type="http://schemas.openxmlformats.org/officeDocument/2006/relationships/image" Target="/ppt/media/image13.png" Id="R71e4e6348700414c" /><Relationship Type="http://schemas.openxmlformats.org/officeDocument/2006/relationships/notesSlide" Target="/ppt/notesSlides/notesSlide13.xml" Id="R9cf0df9e1aee410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d6706a96c4463" /><Relationship Type="http://schemas.openxmlformats.org/officeDocument/2006/relationships/image" Target="/ppt/media/image14.png" Id="R7627a806bc504fbf" /><Relationship Type="http://schemas.openxmlformats.org/officeDocument/2006/relationships/notesSlide" Target="/ppt/notesSlides/notesSlide14.xml" Id="R37282713dda140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fcb16d2c04ee4" /><Relationship Type="http://schemas.openxmlformats.org/officeDocument/2006/relationships/image" Target="/ppt/media/image15.png" Id="R15b8775fb92f4c1b" /><Relationship Type="http://schemas.openxmlformats.org/officeDocument/2006/relationships/notesSlide" Target="/ppt/notesSlides/notesSlide15.xml" Id="R2c9dcb306370436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c3e24670f44c6" /><Relationship Type="http://schemas.openxmlformats.org/officeDocument/2006/relationships/image" Target="/ppt/media/image16.png" Id="R2f88849430a04eae" /><Relationship Type="http://schemas.openxmlformats.org/officeDocument/2006/relationships/notesSlide" Target="/ppt/notesSlides/notesSlide16.xml" Id="R5d0e47fc70c543c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670cd69e84838" /><Relationship Type="http://schemas.openxmlformats.org/officeDocument/2006/relationships/image" Target="/ppt/media/image17.png" Id="R14fc70033fd94b40" /><Relationship Type="http://schemas.openxmlformats.org/officeDocument/2006/relationships/notesSlide" Target="/ppt/notesSlides/notesSlide17.xml" Id="R4f33766f810b495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3fc7700924083" /><Relationship Type="http://schemas.openxmlformats.org/officeDocument/2006/relationships/image" Target="/ppt/media/image18.png" Id="R50e9d240b60e417f" /><Relationship Type="http://schemas.openxmlformats.org/officeDocument/2006/relationships/notesSlide" Target="/ppt/notesSlides/notesSlide18.xml" Id="R2c05641b21c4484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155727d61490f" /><Relationship Type="http://schemas.openxmlformats.org/officeDocument/2006/relationships/image" Target="/ppt/media/image19.png" Id="Rd2162cc3d5a74c83" /><Relationship Type="http://schemas.openxmlformats.org/officeDocument/2006/relationships/notesSlide" Target="/ppt/notesSlides/notesSlide19.xml" Id="R099480f85fb84e4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b45944c5b4877" /><Relationship Type="http://schemas.openxmlformats.org/officeDocument/2006/relationships/image" Target="/ppt/media/image20.png" Id="R779c218b64e44e0c" /><Relationship Type="http://schemas.openxmlformats.org/officeDocument/2006/relationships/notesSlide" Target="/ppt/notesSlides/notesSlide20.xml" Id="R5fd385570e2c4d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4cf7ecd1b480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1567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fc033a7eb49f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414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5feea3afd462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8196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7dfb0cef349d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2863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1c012dc1a432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9020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54385184149f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831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b70862c0742e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321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6679d52e44e0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950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1c3fc2e304a7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665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228cbb768443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2377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bb209406b4b4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9518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559391e9a412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7706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4e6348700414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960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7a806bc504fb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3763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8775fb92f4c1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924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8849430a04ea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373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c70033fd94b4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0344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e9d240b60e417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7470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162cc3d5a74c8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748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c218b64e44e0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660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2026-09-17T16:37:31.0560000Z</dcterms:created>
  <dcterms:modified xsi:type="dcterms:W3CDTF">2026-09-17T16:37:31.0560000Z</dcterms:modified>
</coreProperties>
</file>