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04ee539e534ead" /><Relationship Type="http://schemas.openxmlformats.org/officeDocument/2006/relationships/extended-properties" Target="/docProps/app.xml" Id="Rb5927cb2ed2e4f4f" /><Relationship Type="http://schemas.openxmlformats.org/officeDocument/2006/relationships/officeDocument" Target="/ppt/presentation.xml" Id="Rbca3bba43098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50b4aaf4f436b"/>
  </p:sldMasterIdLst>
  <p:notesMasterIdLst>
    <p:notesMasterId xmlns:r="http://schemas.openxmlformats.org/officeDocument/2006/relationships" r:id="Ra89ead7a75024ca3"/>
  </p:notesMasterIdLst>
  <p:sldIdLst>
    <p:sldId xmlns:r="http://schemas.openxmlformats.org/officeDocument/2006/relationships" id="256" r:id="Rdff67eddfbd34533"/>
    <p:sldId xmlns:r="http://schemas.openxmlformats.org/officeDocument/2006/relationships" id="257" r:id="R2b2dd5e4404849d2"/>
    <p:sldId xmlns:r="http://schemas.openxmlformats.org/officeDocument/2006/relationships" id="258" r:id="R897ded82d3394143"/>
    <p:sldId xmlns:r="http://schemas.openxmlformats.org/officeDocument/2006/relationships" id="259" r:id="R7118931bc78a4b09"/>
    <p:sldId xmlns:r="http://schemas.openxmlformats.org/officeDocument/2006/relationships" id="260" r:id="Rdb997e96a16b420f"/>
    <p:sldId xmlns:r="http://schemas.openxmlformats.org/officeDocument/2006/relationships" id="261" r:id="R90d15ab542944673"/>
    <p:sldId xmlns:r="http://schemas.openxmlformats.org/officeDocument/2006/relationships" id="262" r:id="R5f958a094f1e4adc"/>
    <p:sldId xmlns:r="http://schemas.openxmlformats.org/officeDocument/2006/relationships" id="263" r:id="Rec50814fa3934b13"/>
    <p:sldId xmlns:r="http://schemas.openxmlformats.org/officeDocument/2006/relationships" id="264" r:id="R70ce97146c004dc8"/>
    <p:sldId xmlns:r="http://schemas.openxmlformats.org/officeDocument/2006/relationships" id="265" r:id="R0db2e81f92014ea6"/>
    <p:sldId xmlns:r="http://schemas.openxmlformats.org/officeDocument/2006/relationships" id="266" r:id="R43b7ff25bc3945cd"/>
    <p:sldId xmlns:r="http://schemas.openxmlformats.org/officeDocument/2006/relationships" id="267" r:id="R715e14f3b5f34ea8"/>
    <p:sldId xmlns:r="http://schemas.openxmlformats.org/officeDocument/2006/relationships" id="268" r:id="R2c4156c359244edf"/>
    <p:sldId xmlns:r="http://schemas.openxmlformats.org/officeDocument/2006/relationships" id="269" r:id="Ra2e1d4d8c9a64d7f"/>
    <p:sldId xmlns:r="http://schemas.openxmlformats.org/officeDocument/2006/relationships" id="270" r:id="R1aa9ec8b5d374369"/>
    <p:sldId xmlns:r="http://schemas.openxmlformats.org/officeDocument/2006/relationships" id="271" r:id="Rc784907309184aa4"/>
    <p:sldId xmlns:r="http://schemas.openxmlformats.org/officeDocument/2006/relationships" id="272" r:id="Re6feef1a05b149a3"/>
    <p:sldId xmlns:r="http://schemas.openxmlformats.org/officeDocument/2006/relationships" id="273" r:id="R351478ba91d2493a"/>
    <p:sldId xmlns:r="http://schemas.openxmlformats.org/officeDocument/2006/relationships" id="274" r:id="R063e5fc4c28e4eff"/>
    <p:sldId xmlns:r="http://schemas.openxmlformats.org/officeDocument/2006/relationships" id="275" r:id="R160994ca485b428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3fa7eb58443c0" /><Relationship Type="http://schemas.openxmlformats.org/officeDocument/2006/relationships/slideMaster" Target="/ppt/slideMasters/slideMaster1.xml" Id="Rf4c50b4aaf4f436b" /><Relationship Type="http://schemas.openxmlformats.org/officeDocument/2006/relationships/notesMaster" Target="/ppt/notesMasters/notesMaster1.xml" Id="Ra89ead7a75024ca3" /><Relationship Type="http://schemas.openxmlformats.org/officeDocument/2006/relationships/presProps" Target="/ppt/presProps.xml" Id="Rfc9514b0726e4cfc" /><Relationship Type="http://schemas.openxmlformats.org/officeDocument/2006/relationships/tableStyles" Target="/ppt/tableStyles.xml" Id="R5260b8627dad4241" /><Relationship Type="http://schemas.openxmlformats.org/officeDocument/2006/relationships/slide" Target="/ppt/slides/slide1.xml" Id="Rdff67eddfbd34533" /><Relationship Type="http://schemas.openxmlformats.org/officeDocument/2006/relationships/slide" Target="/ppt/slides/slide2.xml" Id="R2b2dd5e4404849d2" /><Relationship Type="http://schemas.openxmlformats.org/officeDocument/2006/relationships/slide" Target="/ppt/slides/slide3.xml" Id="R897ded82d3394143" /><Relationship Type="http://schemas.openxmlformats.org/officeDocument/2006/relationships/slide" Target="/ppt/slides/slide4.xml" Id="R7118931bc78a4b09" /><Relationship Type="http://schemas.openxmlformats.org/officeDocument/2006/relationships/slide" Target="/ppt/slides/slide5.xml" Id="Rdb997e96a16b420f" /><Relationship Type="http://schemas.openxmlformats.org/officeDocument/2006/relationships/slide" Target="/ppt/slides/slide6.xml" Id="R90d15ab542944673" /><Relationship Type="http://schemas.openxmlformats.org/officeDocument/2006/relationships/slide" Target="/ppt/slides/slide7.xml" Id="R5f958a094f1e4adc" /><Relationship Type="http://schemas.openxmlformats.org/officeDocument/2006/relationships/slide" Target="/ppt/slides/slide8.xml" Id="Rec50814fa3934b13" /><Relationship Type="http://schemas.openxmlformats.org/officeDocument/2006/relationships/slide" Target="/ppt/slides/slide9.xml" Id="R70ce97146c004dc8" /><Relationship Type="http://schemas.openxmlformats.org/officeDocument/2006/relationships/slide" Target="/ppt/slides/slide10.xml" Id="R0db2e81f92014ea6" /><Relationship Type="http://schemas.openxmlformats.org/officeDocument/2006/relationships/slide" Target="/ppt/slides/slide11.xml" Id="R43b7ff25bc3945cd" /><Relationship Type="http://schemas.openxmlformats.org/officeDocument/2006/relationships/slide" Target="/ppt/slides/slide12.xml" Id="R715e14f3b5f34ea8" /><Relationship Type="http://schemas.openxmlformats.org/officeDocument/2006/relationships/slide" Target="/ppt/slides/slide13.xml" Id="R2c4156c359244edf" /><Relationship Type="http://schemas.openxmlformats.org/officeDocument/2006/relationships/slide" Target="/ppt/slides/slide14.xml" Id="Ra2e1d4d8c9a64d7f" /><Relationship Type="http://schemas.openxmlformats.org/officeDocument/2006/relationships/slide" Target="/ppt/slides/slide15.xml" Id="R1aa9ec8b5d374369" /><Relationship Type="http://schemas.openxmlformats.org/officeDocument/2006/relationships/slide" Target="/ppt/slides/slide16.xml" Id="Rc784907309184aa4" /><Relationship Type="http://schemas.openxmlformats.org/officeDocument/2006/relationships/slide" Target="/ppt/slides/slide17.xml" Id="Re6feef1a05b149a3" /><Relationship Type="http://schemas.openxmlformats.org/officeDocument/2006/relationships/slide" Target="/ppt/slides/slide18.xml" Id="R351478ba91d2493a" /><Relationship Type="http://schemas.openxmlformats.org/officeDocument/2006/relationships/slide" Target="/ppt/slides/slide19.xml" Id="R063e5fc4c28e4eff" /><Relationship Type="http://schemas.openxmlformats.org/officeDocument/2006/relationships/slide" Target="/ppt/slides/slide20.xml" Id="R160994ca485b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b2f712779b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bb01e538e40ec" /><Relationship Type="http://schemas.openxmlformats.org/officeDocument/2006/relationships/notesMaster" Target="/ppt/notesMasters/notesMaster1.xml" Id="Rd2cbbaba2fc54b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4ce13dccb4f9a" /><Relationship Type="http://schemas.openxmlformats.org/officeDocument/2006/relationships/notesMaster" Target="/ppt/notesMasters/notesMaster1.xml" Id="R80c4ff175a5941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61a9f7be34c6c" /><Relationship Type="http://schemas.openxmlformats.org/officeDocument/2006/relationships/notesMaster" Target="/ppt/notesMasters/notesMaster1.xml" Id="R12486772c3a740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6e776f6714f47" /><Relationship Type="http://schemas.openxmlformats.org/officeDocument/2006/relationships/notesMaster" Target="/ppt/notesMasters/notesMaster1.xml" Id="R01c71cc699dc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77d515d6514cd3" /><Relationship Type="http://schemas.openxmlformats.org/officeDocument/2006/relationships/notesMaster" Target="/ppt/notesMasters/notesMaster1.xml" Id="Rb0cbf920c6114e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3569a61a64877" /><Relationship Type="http://schemas.openxmlformats.org/officeDocument/2006/relationships/notesMaster" Target="/ppt/notesMasters/notesMaster1.xml" Id="Rd4308ee3b388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309010e8fb4656" /><Relationship Type="http://schemas.openxmlformats.org/officeDocument/2006/relationships/notesMaster" Target="/ppt/notesMasters/notesMaster1.xml" Id="R4183e8eb5fa8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8b246cd14544f3" /><Relationship Type="http://schemas.openxmlformats.org/officeDocument/2006/relationships/notesMaster" Target="/ppt/notesMasters/notesMaster1.xml" Id="Rc426eee775394d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e5b2c7b13c4196" /><Relationship Type="http://schemas.openxmlformats.org/officeDocument/2006/relationships/notesMaster" Target="/ppt/notesMasters/notesMaster1.xml" Id="R8a49c554d84c4f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e90aa004074d4b" /><Relationship Type="http://schemas.openxmlformats.org/officeDocument/2006/relationships/notesMaster" Target="/ppt/notesMasters/notesMaster1.xml" Id="Rcc441f4a63d241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fe4890b37849f7" /><Relationship Type="http://schemas.openxmlformats.org/officeDocument/2006/relationships/notesMaster" Target="/ppt/notesMasters/notesMaster1.xml" Id="Rd49218abc0f14e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42a4e5ea7a4811" /><Relationship Type="http://schemas.openxmlformats.org/officeDocument/2006/relationships/notesMaster" Target="/ppt/notesMasters/notesMaster1.xml" Id="Re969076b694c4f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2b7dcf1c444f98" /><Relationship Type="http://schemas.openxmlformats.org/officeDocument/2006/relationships/notesMaster" Target="/ppt/notesMasters/notesMaster1.xml" Id="R961b994796df41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022a334392455e" /><Relationship Type="http://schemas.openxmlformats.org/officeDocument/2006/relationships/notesMaster" Target="/ppt/notesMasters/notesMaster1.xml" Id="Racad133c8d464e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b87e1447ca4f0c" /><Relationship Type="http://schemas.openxmlformats.org/officeDocument/2006/relationships/notesMaster" Target="/ppt/notesMasters/notesMaster1.xml" Id="R203149b04f5841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74cb5fb021425f" /><Relationship Type="http://schemas.openxmlformats.org/officeDocument/2006/relationships/notesMaster" Target="/ppt/notesMasters/notesMaster1.xml" Id="R94844ee44f7b40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d8164a20864a92" /><Relationship Type="http://schemas.openxmlformats.org/officeDocument/2006/relationships/notesMaster" Target="/ppt/notesMasters/notesMaster1.xml" Id="R51079424e65f4e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2b4ef9b5c74ba1" /><Relationship Type="http://schemas.openxmlformats.org/officeDocument/2006/relationships/notesMaster" Target="/ppt/notesMasters/notesMaster1.xml" Id="Rc3f58de818eb45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07fb511e1c4a25" /><Relationship Type="http://schemas.openxmlformats.org/officeDocument/2006/relationships/notesMaster" Target="/ppt/notesMasters/notesMaster1.xml" Id="Raf1c49a0a0274e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d01335e4b240b8" /><Relationship Type="http://schemas.openxmlformats.org/officeDocument/2006/relationships/notesMaster" Target="/ppt/notesMasters/notesMaster1.xml" Id="R210a453c5945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a36a391c5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dc9302303446a" /><Relationship Type="http://schemas.openxmlformats.org/officeDocument/2006/relationships/slideLayout" Target="/ppt/slideLayouts/slideLayout1.xml" Id="R86fd7aa98b3944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d7aa98b3944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154f345684863" /><Relationship Type="http://schemas.openxmlformats.org/officeDocument/2006/relationships/image" Target="/ppt/media/image.png" Id="R813a9ec09b054cfa" /><Relationship Type="http://schemas.openxmlformats.org/officeDocument/2006/relationships/notesSlide" Target="/ppt/notesSlides/notesSlide1.xml" Id="Raf90609198d14c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dd4bc313f4506" /><Relationship Type="http://schemas.openxmlformats.org/officeDocument/2006/relationships/image" Target="/ppt/media/image2.png" Id="R479a495706554f30" /><Relationship Type="http://schemas.openxmlformats.org/officeDocument/2006/relationships/notesSlide" Target="/ppt/notesSlides/notesSlide2.xml" Id="R6869a4bef497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d015c208a40e6" /><Relationship Type="http://schemas.openxmlformats.org/officeDocument/2006/relationships/image" Target="/ppt/media/image3.png" Id="R5f388ae9314d4898" /><Relationship Type="http://schemas.openxmlformats.org/officeDocument/2006/relationships/notesSlide" Target="/ppt/notesSlides/notesSlide3.xml" Id="R3d84b008661643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a87c1ba294719" /><Relationship Type="http://schemas.openxmlformats.org/officeDocument/2006/relationships/image" Target="/ppt/media/image4.png" Id="R1ea8f471236a4765" /><Relationship Type="http://schemas.openxmlformats.org/officeDocument/2006/relationships/notesSlide" Target="/ppt/notesSlides/notesSlide4.xml" Id="R793b3ed65d654c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42cb9d56450d" /><Relationship Type="http://schemas.openxmlformats.org/officeDocument/2006/relationships/image" Target="/ppt/media/image5.png" Id="R004696ad3d854cfb" /><Relationship Type="http://schemas.openxmlformats.org/officeDocument/2006/relationships/notesSlide" Target="/ppt/notesSlides/notesSlide5.xml" Id="R03819d050c9946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59edfd710414d" /><Relationship Type="http://schemas.openxmlformats.org/officeDocument/2006/relationships/image" Target="/ppt/media/image6.png" Id="R3cfa909126c44daa" /><Relationship Type="http://schemas.openxmlformats.org/officeDocument/2006/relationships/notesSlide" Target="/ppt/notesSlides/notesSlide6.xml" Id="R0ebecd7cb1304d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f0abece054ba4" /><Relationship Type="http://schemas.openxmlformats.org/officeDocument/2006/relationships/image" Target="/ppt/media/image7.png" Id="Rea25e5f56c314140" /><Relationship Type="http://schemas.openxmlformats.org/officeDocument/2006/relationships/notesSlide" Target="/ppt/notesSlides/notesSlide7.xml" Id="R31af11b9c98646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4731df124455d" /><Relationship Type="http://schemas.openxmlformats.org/officeDocument/2006/relationships/image" Target="/ppt/media/image8.png" Id="Re6e2003d31954488" /><Relationship Type="http://schemas.openxmlformats.org/officeDocument/2006/relationships/notesSlide" Target="/ppt/notesSlides/notesSlide8.xml" Id="R7757893317ec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d0484cb4a4d02" /><Relationship Type="http://schemas.openxmlformats.org/officeDocument/2006/relationships/image" Target="/ppt/media/image9.png" Id="Rcd43c4425f5645d1" /><Relationship Type="http://schemas.openxmlformats.org/officeDocument/2006/relationships/notesSlide" Target="/ppt/notesSlides/notesSlide9.xml" Id="Rf74182b2fee940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f198495a4677" /><Relationship Type="http://schemas.openxmlformats.org/officeDocument/2006/relationships/image" Target="/ppt/media/image10.png" Id="R4ab9249693d34e11" /><Relationship Type="http://schemas.openxmlformats.org/officeDocument/2006/relationships/notesSlide" Target="/ppt/notesSlides/notesSlide10.xml" Id="R072479912acc4c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df2b197934bad" /><Relationship Type="http://schemas.openxmlformats.org/officeDocument/2006/relationships/image" Target="/ppt/media/image11.png" Id="R4bfc3dd779564692" /><Relationship Type="http://schemas.openxmlformats.org/officeDocument/2006/relationships/notesSlide" Target="/ppt/notesSlides/notesSlide11.xml" Id="R408d3cca8ea5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a299cd3f14f1c" /><Relationship Type="http://schemas.openxmlformats.org/officeDocument/2006/relationships/image" Target="/ppt/media/image12.png" Id="Rfc67261e9f0a4bdf" /><Relationship Type="http://schemas.openxmlformats.org/officeDocument/2006/relationships/notesSlide" Target="/ppt/notesSlides/notesSlide12.xml" Id="R237b158ba06441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09116f9854a5e" /><Relationship Type="http://schemas.openxmlformats.org/officeDocument/2006/relationships/image" Target="/ppt/media/image13.png" Id="Re41d88ce015d4200" /><Relationship Type="http://schemas.openxmlformats.org/officeDocument/2006/relationships/notesSlide" Target="/ppt/notesSlides/notesSlide13.xml" Id="R5904632ec80d42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26edc1c734900" /><Relationship Type="http://schemas.openxmlformats.org/officeDocument/2006/relationships/image" Target="/ppt/media/image14.png" Id="R7e0f1f2f8d454f79" /><Relationship Type="http://schemas.openxmlformats.org/officeDocument/2006/relationships/notesSlide" Target="/ppt/notesSlides/notesSlide14.xml" Id="R25d28b1d54c444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1a8974ddf45ae" /><Relationship Type="http://schemas.openxmlformats.org/officeDocument/2006/relationships/image" Target="/ppt/media/image15.png" Id="Rf9da6ca00edd4713" /><Relationship Type="http://schemas.openxmlformats.org/officeDocument/2006/relationships/notesSlide" Target="/ppt/notesSlides/notesSlide15.xml" Id="R91579e3a44b442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4ccec838f4704" /><Relationship Type="http://schemas.openxmlformats.org/officeDocument/2006/relationships/image" Target="/ppt/media/image16.png" Id="R7a0963a8a3d5456c" /><Relationship Type="http://schemas.openxmlformats.org/officeDocument/2006/relationships/notesSlide" Target="/ppt/notesSlides/notesSlide16.xml" Id="Rcd08c8411bc740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501cdb71472f" /><Relationship Type="http://schemas.openxmlformats.org/officeDocument/2006/relationships/image" Target="/ppt/media/image17.png" Id="R4c8adc76639b4dfa" /><Relationship Type="http://schemas.openxmlformats.org/officeDocument/2006/relationships/notesSlide" Target="/ppt/notesSlides/notesSlide17.xml" Id="R9086a75b76fb48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2a6987754a48" /><Relationship Type="http://schemas.openxmlformats.org/officeDocument/2006/relationships/image" Target="/ppt/media/image18.png" Id="R4e543bb73277451c" /><Relationship Type="http://schemas.openxmlformats.org/officeDocument/2006/relationships/notesSlide" Target="/ppt/notesSlides/notesSlide18.xml" Id="R723b09dce07a48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20b7da6d94aec" /><Relationship Type="http://schemas.openxmlformats.org/officeDocument/2006/relationships/image" Target="/ppt/media/image19.png" Id="R687f48f35fbb4530" /><Relationship Type="http://schemas.openxmlformats.org/officeDocument/2006/relationships/notesSlide" Target="/ppt/notesSlides/notesSlide19.xml" Id="Rbf1e27f88f2648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4f177659496e" /><Relationship Type="http://schemas.openxmlformats.org/officeDocument/2006/relationships/image" Target="/ppt/media/image20.png" Id="R5f5b8ae604494ee4" /><Relationship Type="http://schemas.openxmlformats.org/officeDocument/2006/relationships/notesSlide" Target="/ppt/notesSlides/notesSlide20.xml" Id="R44191c93ae6242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a9ec09b054cf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95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a495706554f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88ae9314d489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56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8f471236a476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7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696ad3d854cf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84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a909126c44da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34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5e5f56c31414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46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2003d3195448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20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3c4425f5645d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30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9249693d34e1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13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c3dd77956469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261e9f0a4bd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95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d88ce015d420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29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f1f2f8d454f7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838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a6ca00edd471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392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63a8a3d5456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58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adc76639b4df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474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43bb73277451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68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f48f35fbb45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025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b8ae604494ee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90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2026-09-17T16:17:57.5840000Z</dcterms:created>
  <dcterms:modified xsi:type="dcterms:W3CDTF">2026-09-17T16:17:57.5840000Z</dcterms:modified>
</coreProperties>
</file>