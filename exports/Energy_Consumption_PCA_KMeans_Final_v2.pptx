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ddf10248cb49af" /><Relationship Type="http://schemas.openxmlformats.org/officeDocument/2006/relationships/extended-properties" Target="/docProps/app.xml" Id="R4a014437da204ada" /><Relationship Type="http://schemas.openxmlformats.org/officeDocument/2006/relationships/officeDocument" Target="/ppt/presentation.xml" Id="R775989f231d842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c076a5ad740cf"/>
  </p:sldMasterIdLst>
  <p:notesMasterIdLst>
    <p:notesMasterId xmlns:r="http://schemas.openxmlformats.org/officeDocument/2006/relationships" r:id="Rf3b4d14ccb1048e3"/>
  </p:notesMasterIdLst>
  <p:sldIdLst>
    <p:sldId xmlns:r="http://schemas.openxmlformats.org/officeDocument/2006/relationships" id="256" r:id="R1800634f05f34eab"/>
    <p:sldId xmlns:r="http://schemas.openxmlformats.org/officeDocument/2006/relationships" id="257" r:id="R4d37424eb54c4663"/>
    <p:sldId xmlns:r="http://schemas.openxmlformats.org/officeDocument/2006/relationships" id="258" r:id="R455b75db45ba45b9"/>
    <p:sldId xmlns:r="http://schemas.openxmlformats.org/officeDocument/2006/relationships" id="259" r:id="R15276c64a8ab4d0a"/>
    <p:sldId xmlns:r="http://schemas.openxmlformats.org/officeDocument/2006/relationships" id="260" r:id="Rd853f242716d4be8"/>
    <p:sldId xmlns:r="http://schemas.openxmlformats.org/officeDocument/2006/relationships" id="261" r:id="Rcc94b991a02f4502"/>
    <p:sldId xmlns:r="http://schemas.openxmlformats.org/officeDocument/2006/relationships" id="262" r:id="Ra0d901f949e74652"/>
    <p:sldId xmlns:r="http://schemas.openxmlformats.org/officeDocument/2006/relationships" id="263" r:id="R8938f33466a94895"/>
    <p:sldId xmlns:r="http://schemas.openxmlformats.org/officeDocument/2006/relationships" id="264" r:id="R8f1da69fe955421b"/>
    <p:sldId xmlns:r="http://schemas.openxmlformats.org/officeDocument/2006/relationships" id="265" r:id="R8e51a9fba6ab4dd4"/>
    <p:sldId xmlns:r="http://schemas.openxmlformats.org/officeDocument/2006/relationships" id="266" r:id="R2013637c19b843bd"/>
    <p:sldId xmlns:r="http://schemas.openxmlformats.org/officeDocument/2006/relationships" id="267" r:id="R3395f3faa5934c4d"/>
    <p:sldId xmlns:r="http://schemas.openxmlformats.org/officeDocument/2006/relationships" id="268" r:id="Rab2f663fc7ef4cf4"/>
    <p:sldId xmlns:r="http://schemas.openxmlformats.org/officeDocument/2006/relationships" id="269" r:id="Rab5f9b101dbe461b"/>
    <p:sldId xmlns:r="http://schemas.openxmlformats.org/officeDocument/2006/relationships" id="270" r:id="R6b68b20ceaca48bb"/>
    <p:sldId xmlns:r="http://schemas.openxmlformats.org/officeDocument/2006/relationships" id="271" r:id="Re3e1a4fd042749f5"/>
    <p:sldId xmlns:r="http://schemas.openxmlformats.org/officeDocument/2006/relationships" id="272" r:id="R31a7719fda634527"/>
    <p:sldId xmlns:r="http://schemas.openxmlformats.org/officeDocument/2006/relationships" id="273" r:id="R6dc6bac09b5041cd"/>
    <p:sldId xmlns:r="http://schemas.openxmlformats.org/officeDocument/2006/relationships" id="274" r:id="R5e14ee8dd20e4ae1"/>
    <p:sldId xmlns:r="http://schemas.openxmlformats.org/officeDocument/2006/relationships" id="275" r:id="Ra392a8b0d7a94e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a2acf398844ce" /><Relationship Type="http://schemas.openxmlformats.org/officeDocument/2006/relationships/slideMaster" Target="/ppt/slideMasters/slideMaster1.xml" Id="R502c076a5ad740cf" /><Relationship Type="http://schemas.openxmlformats.org/officeDocument/2006/relationships/notesMaster" Target="/ppt/notesMasters/notesMaster1.xml" Id="Rf3b4d14ccb1048e3" /><Relationship Type="http://schemas.openxmlformats.org/officeDocument/2006/relationships/presProps" Target="/ppt/presProps.xml" Id="Ra29c95c6661847f1" /><Relationship Type="http://schemas.openxmlformats.org/officeDocument/2006/relationships/tableStyles" Target="/ppt/tableStyles.xml" Id="Rb4d762d93d9044ae" /><Relationship Type="http://schemas.openxmlformats.org/officeDocument/2006/relationships/slide" Target="/ppt/slides/slide1.xml" Id="R1800634f05f34eab" /><Relationship Type="http://schemas.openxmlformats.org/officeDocument/2006/relationships/slide" Target="/ppt/slides/slide2.xml" Id="R4d37424eb54c4663" /><Relationship Type="http://schemas.openxmlformats.org/officeDocument/2006/relationships/slide" Target="/ppt/slides/slide3.xml" Id="R455b75db45ba45b9" /><Relationship Type="http://schemas.openxmlformats.org/officeDocument/2006/relationships/slide" Target="/ppt/slides/slide4.xml" Id="R15276c64a8ab4d0a" /><Relationship Type="http://schemas.openxmlformats.org/officeDocument/2006/relationships/slide" Target="/ppt/slides/slide5.xml" Id="Rd853f242716d4be8" /><Relationship Type="http://schemas.openxmlformats.org/officeDocument/2006/relationships/slide" Target="/ppt/slides/slide6.xml" Id="Rcc94b991a02f4502" /><Relationship Type="http://schemas.openxmlformats.org/officeDocument/2006/relationships/slide" Target="/ppt/slides/slide7.xml" Id="Ra0d901f949e74652" /><Relationship Type="http://schemas.openxmlformats.org/officeDocument/2006/relationships/slide" Target="/ppt/slides/slide8.xml" Id="R8938f33466a94895" /><Relationship Type="http://schemas.openxmlformats.org/officeDocument/2006/relationships/slide" Target="/ppt/slides/slide9.xml" Id="R8f1da69fe955421b" /><Relationship Type="http://schemas.openxmlformats.org/officeDocument/2006/relationships/slide" Target="/ppt/slides/slide10.xml" Id="R8e51a9fba6ab4dd4" /><Relationship Type="http://schemas.openxmlformats.org/officeDocument/2006/relationships/slide" Target="/ppt/slides/slide11.xml" Id="R2013637c19b843bd" /><Relationship Type="http://schemas.openxmlformats.org/officeDocument/2006/relationships/slide" Target="/ppt/slides/slide12.xml" Id="R3395f3faa5934c4d" /><Relationship Type="http://schemas.openxmlformats.org/officeDocument/2006/relationships/slide" Target="/ppt/slides/slide13.xml" Id="Rab2f663fc7ef4cf4" /><Relationship Type="http://schemas.openxmlformats.org/officeDocument/2006/relationships/slide" Target="/ppt/slides/slide14.xml" Id="Rab5f9b101dbe461b" /><Relationship Type="http://schemas.openxmlformats.org/officeDocument/2006/relationships/slide" Target="/ppt/slides/slide15.xml" Id="R6b68b20ceaca48bb" /><Relationship Type="http://schemas.openxmlformats.org/officeDocument/2006/relationships/slide" Target="/ppt/slides/slide16.xml" Id="Re3e1a4fd042749f5" /><Relationship Type="http://schemas.openxmlformats.org/officeDocument/2006/relationships/slide" Target="/ppt/slides/slide17.xml" Id="R31a7719fda634527" /><Relationship Type="http://schemas.openxmlformats.org/officeDocument/2006/relationships/slide" Target="/ppt/slides/slide18.xml" Id="R6dc6bac09b5041cd" /><Relationship Type="http://schemas.openxmlformats.org/officeDocument/2006/relationships/slide" Target="/ppt/slides/slide19.xml" Id="R5e14ee8dd20e4ae1" /><Relationship Type="http://schemas.openxmlformats.org/officeDocument/2006/relationships/slide" Target="/ppt/slides/slide20.xml" Id="Ra392a8b0d7a94e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4d03a48e3b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9ec55b96e4dce" /><Relationship Type="http://schemas.openxmlformats.org/officeDocument/2006/relationships/notesMaster" Target="/ppt/notesMasters/notesMaster1.xml" Id="R9ccab24d3a154f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71c94ccfd642ed" /><Relationship Type="http://schemas.openxmlformats.org/officeDocument/2006/relationships/notesMaster" Target="/ppt/notesMasters/notesMaster1.xml" Id="R380007bf00734b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79eb9cbdb4975" /><Relationship Type="http://schemas.openxmlformats.org/officeDocument/2006/relationships/notesMaster" Target="/ppt/notesMasters/notesMaster1.xml" Id="Rf015f7c48b80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b763811ef84212" /><Relationship Type="http://schemas.openxmlformats.org/officeDocument/2006/relationships/notesMaster" Target="/ppt/notesMasters/notesMaster1.xml" Id="R84c434acec514e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39cd583e64641" /><Relationship Type="http://schemas.openxmlformats.org/officeDocument/2006/relationships/notesMaster" Target="/ppt/notesMasters/notesMaster1.xml" Id="Rd8bd89a5180942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87f66cc0d4d54" /><Relationship Type="http://schemas.openxmlformats.org/officeDocument/2006/relationships/notesMaster" Target="/ppt/notesMasters/notesMaster1.xml" Id="Rce74123dd39848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4cf65c2db4b9d" /><Relationship Type="http://schemas.openxmlformats.org/officeDocument/2006/relationships/notesMaster" Target="/ppt/notesMasters/notesMaster1.xml" Id="R48707ec9944f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3913c908ae49ef" /><Relationship Type="http://schemas.openxmlformats.org/officeDocument/2006/relationships/notesMaster" Target="/ppt/notesMasters/notesMaster1.xml" Id="R0351d508855540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1ef96e47294966" /><Relationship Type="http://schemas.openxmlformats.org/officeDocument/2006/relationships/notesMaster" Target="/ppt/notesMasters/notesMaster1.xml" Id="Rff35a2a72bb740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962aa3d7b45b3" /><Relationship Type="http://schemas.openxmlformats.org/officeDocument/2006/relationships/notesMaster" Target="/ppt/notesMasters/notesMaster1.xml" Id="R17988529449c49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a4a591228d46a5" /><Relationship Type="http://schemas.openxmlformats.org/officeDocument/2006/relationships/notesMaster" Target="/ppt/notesMasters/notesMaster1.xml" Id="R6bfd9113619442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ebe74015d34c06" /><Relationship Type="http://schemas.openxmlformats.org/officeDocument/2006/relationships/notesMaster" Target="/ppt/notesMasters/notesMaster1.xml" Id="R270f5aa0ee394a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0bbd9da7dd41e7" /><Relationship Type="http://schemas.openxmlformats.org/officeDocument/2006/relationships/notesMaster" Target="/ppt/notesMasters/notesMaster1.xml" Id="R70dd0362835245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d55d6129414b7f" /><Relationship Type="http://schemas.openxmlformats.org/officeDocument/2006/relationships/notesMaster" Target="/ppt/notesMasters/notesMaster1.xml" Id="R6b142ce26ff342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1bfab855444ec6" /><Relationship Type="http://schemas.openxmlformats.org/officeDocument/2006/relationships/notesMaster" Target="/ppt/notesMasters/notesMaster1.xml" Id="R5d2233d486e449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35838bcd464a93" /><Relationship Type="http://schemas.openxmlformats.org/officeDocument/2006/relationships/notesMaster" Target="/ppt/notesMasters/notesMaster1.xml" Id="Rb485c8ffa85743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10108c18914506" /><Relationship Type="http://schemas.openxmlformats.org/officeDocument/2006/relationships/notesMaster" Target="/ppt/notesMasters/notesMaster1.xml" Id="R580e6d41cf7b46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da84087c2e4ef7" /><Relationship Type="http://schemas.openxmlformats.org/officeDocument/2006/relationships/notesMaster" Target="/ppt/notesMasters/notesMaster1.xml" Id="R55542aafc03a4b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8362338f254b37" /><Relationship Type="http://schemas.openxmlformats.org/officeDocument/2006/relationships/notesMaster" Target="/ppt/notesMasters/notesMaster1.xml" Id="Re506eb303c6649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677a337f234681" /><Relationship Type="http://schemas.openxmlformats.org/officeDocument/2006/relationships/notesMaster" Target="/ppt/notesMasters/notesMaster1.xml" Id="R560a21c7c18b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88c260afe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b1790ce65475c" /><Relationship Type="http://schemas.openxmlformats.org/officeDocument/2006/relationships/slideLayout" Target="/ppt/slideLayouts/slideLayout1.xml" Id="R92ed1550c01046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ed1550c01046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860065fd84600" /><Relationship Type="http://schemas.openxmlformats.org/officeDocument/2006/relationships/image" Target="/ppt/media/image.png" Id="Rcaafcc62d3e84037" /><Relationship Type="http://schemas.openxmlformats.org/officeDocument/2006/relationships/notesSlide" Target="/ppt/notesSlides/notesSlide1.xml" Id="R14c435cb736742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be8182ba45ab" /><Relationship Type="http://schemas.openxmlformats.org/officeDocument/2006/relationships/image" Target="/ppt/media/image2.png" Id="R5607dceafef343aa" /><Relationship Type="http://schemas.openxmlformats.org/officeDocument/2006/relationships/notesSlide" Target="/ppt/notesSlides/notesSlide2.xml" Id="R4ade83cc01c1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c5d7d6d684248" /><Relationship Type="http://schemas.openxmlformats.org/officeDocument/2006/relationships/image" Target="/ppt/media/image3.png" Id="Rd8b021b66a9a40be" /><Relationship Type="http://schemas.openxmlformats.org/officeDocument/2006/relationships/notesSlide" Target="/ppt/notesSlides/notesSlide3.xml" Id="Rcdc6d3681321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79d758b074eef" /><Relationship Type="http://schemas.openxmlformats.org/officeDocument/2006/relationships/image" Target="/ppt/media/image4.png" Id="R3d7296a63d134433" /><Relationship Type="http://schemas.openxmlformats.org/officeDocument/2006/relationships/notesSlide" Target="/ppt/notesSlides/notesSlide4.xml" Id="R5d38338f2bbd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2df487004a73" /><Relationship Type="http://schemas.openxmlformats.org/officeDocument/2006/relationships/image" Target="/ppt/media/image5.png" Id="R7be820a103464c17" /><Relationship Type="http://schemas.openxmlformats.org/officeDocument/2006/relationships/notesSlide" Target="/ppt/notesSlides/notesSlide5.xml" Id="Rddcc605fe5f94c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88928c6434f60" /><Relationship Type="http://schemas.openxmlformats.org/officeDocument/2006/relationships/image" Target="/ppt/media/image6.png" Id="R9296c5c5f33742b3" /><Relationship Type="http://schemas.openxmlformats.org/officeDocument/2006/relationships/notesSlide" Target="/ppt/notesSlides/notesSlide6.xml" Id="R746e6669a4dd43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15c4874540ec" /><Relationship Type="http://schemas.openxmlformats.org/officeDocument/2006/relationships/image" Target="/ppt/media/image7.png" Id="R0fa9c30406774052" /><Relationship Type="http://schemas.openxmlformats.org/officeDocument/2006/relationships/notesSlide" Target="/ppt/notesSlides/notesSlide7.xml" Id="Rbfdb1d94cde0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b89e1a48647e9" /><Relationship Type="http://schemas.openxmlformats.org/officeDocument/2006/relationships/image" Target="/ppt/media/image8.png" Id="R13eb3acf81334e21" /><Relationship Type="http://schemas.openxmlformats.org/officeDocument/2006/relationships/notesSlide" Target="/ppt/notesSlides/notesSlide8.xml" Id="R44630a4410ee4d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bcac8d31447cb" /><Relationship Type="http://schemas.openxmlformats.org/officeDocument/2006/relationships/image" Target="/ppt/media/image9.png" Id="Rea55dd47b1c84588" /><Relationship Type="http://schemas.openxmlformats.org/officeDocument/2006/relationships/notesSlide" Target="/ppt/notesSlides/notesSlide9.xml" Id="R50113099ceb2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c0f8403ea4b95" /><Relationship Type="http://schemas.openxmlformats.org/officeDocument/2006/relationships/image" Target="/ppt/media/image10.png" Id="Rbd5daa5129cd46eb" /><Relationship Type="http://schemas.openxmlformats.org/officeDocument/2006/relationships/notesSlide" Target="/ppt/notesSlides/notesSlide10.xml" Id="Rccba9f5c6be04a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0521539f041ba" /><Relationship Type="http://schemas.openxmlformats.org/officeDocument/2006/relationships/image" Target="/ppt/media/image11.png" Id="Rc85d05d341a443c2" /><Relationship Type="http://schemas.openxmlformats.org/officeDocument/2006/relationships/notesSlide" Target="/ppt/notesSlides/notesSlide11.xml" Id="R7084ace0041943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8b170c43b4b43" /><Relationship Type="http://schemas.openxmlformats.org/officeDocument/2006/relationships/image" Target="/ppt/media/image12.png" Id="R6c906104186142a9" /><Relationship Type="http://schemas.openxmlformats.org/officeDocument/2006/relationships/notesSlide" Target="/ppt/notesSlides/notesSlide12.xml" Id="R2c6c9cf3d9b24d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cd5cbe2340e5" /><Relationship Type="http://schemas.openxmlformats.org/officeDocument/2006/relationships/image" Target="/ppt/media/image13.png" Id="R6abad022369d4745" /><Relationship Type="http://schemas.openxmlformats.org/officeDocument/2006/relationships/notesSlide" Target="/ppt/notesSlides/notesSlide13.xml" Id="R0cae74080eee4d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2815ef804407a" /><Relationship Type="http://schemas.openxmlformats.org/officeDocument/2006/relationships/image" Target="/ppt/media/image14.png" Id="Rfb50337aae2f4acc" /><Relationship Type="http://schemas.openxmlformats.org/officeDocument/2006/relationships/notesSlide" Target="/ppt/notesSlides/notesSlide14.xml" Id="Re178a0b1793c48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22bb1ccfe4caf" /><Relationship Type="http://schemas.openxmlformats.org/officeDocument/2006/relationships/image" Target="/ppt/media/image15.png" Id="R7c6473e1cd9a4d4d" /><Relationship Type="http://schemas.openxmlformats.org/officeDocument/2006/relationships/notesSlide" Target="/ppt/notesSlides/notesSlide15.xml" Id="Rd2c13f7eb6584c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5e9999f64b05" /><Relationship Type="http://schemas.openxmlformats.org/officeDocument/2006/relationships/image" Target="/ppt/media/image16.png" Id="R13ffd7a252bc4e3b" /><Relationship Type="http://schemas.openxmlformats.org/officeDocument/2006/relationships/notesSlide" Target="/ppt/notesSlides/notesSlide16.xml" Id="R19745af3de4942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93a8a57964b1a" /><Relationship Type="http://schemas.openxmlformats.org/officeDocument/2006/relationships/image" Target="/ppt/media/image17.png" Id="Ref89473bd6024ada" /><Relationship Type="http://schemas.openxmlformats.org/officeDocument/2006/relationships/notesSlide" Target="/ppt/notesSlides/notesSlide17.xml" Id="R3616099c3e5747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b5d85720d480f" /><Relationship Type="http://schemas.openxmlformats.org/officeDocument/2006/relationships/image" Target="/ppt/media/image18.png" Id="R09087ecaa36e45f1" /><Relationship Type="http://schemas.openxmlformats.org/officeDocument/2006/relationships/notesSlide" Target="/ppt/notesSlides/notesSlide18.xml" Id="R84b0ed6ea8a644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b71ed2d143f0" /><Relationship Type="http://schemas.openxmlformats.org/officeDocument/2006/relationships/image" Target="/ppt/media/image19.png" Id="R393d80c2d0fc4ceb" /><Relationship Type="http://schemas.openxmlformats.org/officeDocument/2006/relationships/notesSlide" Target="/ppt/notesSlides/notesSlide19.xml" Id="Rb4421ee9db7641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4233ac87450b" /><Relationship Type="http://schemas.openxmlformats.org/officeDocument/2006/relationships/image" Target="/ppt/media/image20.png" Id="R9c83c6a267b6468f" /><Relationship Type="http://schemas.openxmlformats.org/officeDocument/2006/relationships/notesSlide" Target="/ppt/notesSlides/notesSlide20.xml" Id="Rec083ba95fe7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cc62d3e840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7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7dceafef343a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97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021b66a9a40b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86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296a63d1344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820a103464c1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10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6c5c5f33742b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3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9c304067740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05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b3acf81334e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27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5dd47b1c845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97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daa5129cd46e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71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d05d341a443c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80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06104186142a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0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ad022369d474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0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0337aae2f4ac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46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473e1cd9a4d4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fd7a252bc4e3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08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9473bd6024a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02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87ecaa36e45f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506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d80c2d0fc4ce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890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3c6a267b646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96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2026-09-17T16:33:49.2740000Z</dcterms:created>
  <dcterms:modified xsi:type="dcterms:W3CDTF">2026-09-17T16:33:49.2750000Z</dcterms:modified>
</coreProperties>
</file>