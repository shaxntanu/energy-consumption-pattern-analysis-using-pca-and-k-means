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e4a18ecba04962" /><Relationship Type="http://schemas.openxmlformats.org/officeDocument/2006/relationships/extended-properties" Target="/docProps/app.xml" Id="R83630a229796409c" /><Relationship Type="http://schemas.openxmlformats.org/officeDocument/2006/relationships/officeDocument" Target="/ppt/presentation.xml" Id="R848990b2c3054b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b50845459849d8"/>
  </p:sldMasterIdLst>
  <p:notesMasterIdLst>
    <p:notesMasterId xmlns:r="http://schemas.openxmlformats.org/officeDocument/2006/relationships" r:id="R7544cec861b54e62"/>
  </p:notesMasterIdLst>
  <p:sldIdLst>
    <p:sldId xmlns:r="http://schemas.openxmlformats.org/officeDocument/2006/relationships" id="256" r:id="R6c0cb12422d44f8d"/>
    <p:sldId xmlns:r="http://schemas.openxmlformats.org/officeDocument/2006/relationships" id="257" r:id="Rd877854d95224881"/>
    <p:sldId xmlns:r="http://schemas.openxmlformats.org/officeDocument/2006/relationships" id="258" r:id="R746f5512493b448d"/>
    <p:sldId xmlns:r="http://schemas.openxmlformats.org/officeDocument/2006/relationships" id="259" r:id="R96628dce490949b4"/>
    <p:sldId xmlns:r="http://schemas.openxmlformats.org/officeDocument/2006/relationships" id="260" r:id="Rba88b71bb45047bd"/>
    <p:sldId xmlns:r="http://schemas.openxmlformats.org/officeDocument/2006/relationships" id="261" r:id="R43064602beac4724"/>
    <p:sldId xmlns:r="http://schemas.openxmlformats.org/officeDocument/2006/relationships" id="262" r:id="R0bdeaf0c59f748a1"/>
    <p:sldId xmlns:r="http://schemas.openxmlformats.org/officeDocument/2006/relationships" id="263" r:id="R11e83c42bd0e441d"/>
    <p:sldId xmlns:r="http://schemas.openxmlformats.org/officeDocument/2006/relationships" id="264" r:id="Ra58f3c064bee40f8"/>
    <p:sldId xmlns:r="http://schemas.openxmlformats.org/officeDocument/2006/relationships" id="265" r:id="Rb036126057014146"/>
    <p:sldId xmlns:r="http://schemas.openxmlformats.org/officeDocument/2006/relationships" id="266" r:id="R4d2c80b91e044810"/>
    <p:sldId xmlns:r="http://schemas.openxmlformats.org/officeDocument/2006/relationships" id="267" r:id="Raa12521e93c84102"/>
    <p:sldId xmlns:r="http://schemas.openxmlformats.org/officeDocument/2006/relationships" id="268" r:id="R858cd709d53a4cb6"/>
    <p:sldId xmlns:r="http://schemas.openxmlformats.org/officeDocument/2006/relationships" id="269" r:id="R7764e557f0f741d1"/>
    <p:sldId xmlns:r="http://schemas.openxmlformats.org/officeDocument/2006/relationships" id="270" r:id="R9001dadb8c1e4a0a"/>
    <p:sldId xmlns:r="http://schemas.openxmlformats.org/officeDocument/2006/relationships" id="271" r:id="Rb1cdbd370a5f4a35"/>
    <p:sldId xmlns:r="http://schemas.openxmlformats.org/officeDocument/2006/relationships" id="272" r:id="Rbd1b9f6c27384b72"/>
    <p:sldId xmlns:r="http://schemas.openxmlformats.org/officeDocument/2006/relationships" id="273" r:id="Rf340638dad6a4cba"/>
    <p:sldId xmlns:r="http://schemas.openxmlformats.org/officeDocument/2006/relationships" id="274" r:id="R49f08ee180c7460e"/>
    <p:sldId xmlns:r="http://schemas.openxmlformats.org/officeDocument/2006/relationships" id="275" r:id="R5d1ceb90e6ca4a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36a1a290b41f7" /><Relationship Type="http://schemas.openxmlformats.org/officeDocument/2006/relationships/slideMaster" Target="/ppt/slideMasters/slideMaster1.xml" Id="R4eb50845459849d8" /><Relationship Type="http://schemas.openxmlformats.org/officeDocument/2006/relationships/notesMaster" Target="/ppt/notesMasters/notesMaster1.xml" Id="R7544cec861b54e62" /><Relationship Type="http://schemas.openxmlformats.org/officeDocument/2006/relationships/presProps" Target="/ppt/presProps.xml" Id="R54d69bf7ada64e1d" /><Relationship Type="http://schemas.openxmlformats.org/officeDocument/2006/relationships/tableStyles" Target="/ppt/tableStyles.xml" Id="Rdce2467d58794f0a" /><Relationship Type="http://schemas.openxmlformats.org/officeDocument/2006/relationships/slide" Target="/ppt/slides/slide1.xml" Id="R6c0cb12422d44f8d" /><Relationship Type="http://schemas.openxmlformats.org/officeDocument/2006/relationships/slide" Target="/ppt/slides/slide2.xml" Id="Rd877854d95224881" /><Relationship Type="http://schemas.openxmlformats.org/officeDocument/2006/relationships/slide" Target="/ppt/slides/slide3.xml" Id="R746f5512493b448d" /><Relationship Type="http://schemas.openxmlformats.org/officeDocument/2006/relationships/slide" Target="/ppt/slides/slide4.xml" Id="R96628dce490949b4" /><Relationship Type="http://schemas.openxmlformats.org/officeDocument/2006/relationships/slide" Target="/ppt/slides/slide5.xml" Id="Rba88b71bb45047bd" /><Relationship Type="http://schemas.openxmlformats.org/officeDocument/2006/relationships/slide" Target="/ppt/slides/slide6.xml" Id="R43064602beac4724" /><Relationship Type="http://schemas.openxmlformats.org/officeDocument/2006/relationships/slide" Target="/ppt/slides/slide7.xml" Id="R0bdeaf0c59f748a1" /><Relationship Type="http://schemas.openxmlformats.org/officeDocument/2006/relationships/slide" Target="/ppt/slides/slide8.xml" Id="R11e83c42bd0e441d" /><Relationship Type="http://schemas.openxmlformats.org/officeDocument/2006/relationships/slide" Target="/ppt/slides/slide9.xml" Id="Ra58f3c064bee40f8" /><Relationship Type="http://schemas.openxmlformats.org/officeDocument/2006/relationships/slide" Target="/ppt/slides/slide10.xml" Id="Rb036126057014146" /><Relationship Type="http://schemas.openxmlformats.org/officeDocument/2006/relationships/slide" Target="/ppt/slides/slide11.xml" Id="R4d2c80b91e044810" /><Relationship Type="http://schemas.openxmlformats.org/officeDocument/2006/relationships/slide" Target="/ppt/slides/slide12.xml" Id="Raa12521e93c84102" /><Relationship Type="http://schemas.openxmlformats.org/officeDocument/2006/relationships/slide" Target="/ppt/slides/slide13.xml" Id="R858cd709d53a4cb6" /><Relationship Type="http://schemas.openxmlformats.org/officeDocument/2006/relationships/slide" Target="/ppt/slides/slide14.xml" Id="R7764e557f0f741d1" /><Relationship Type="http://schemas.openxmlformats.org/officeDocument/2006/relationships/slide" Target="/ppt/slides/slide15.xml" Id="R9001dadb8c1e4a0a" /><Relationship Type="http://schemas.openxmlformats.org/officeDocument/2006/relationships/slide" Target="/ppt/slides/slide16.xml" Id="Rb1cdbd370a5f4a35" /><Relationship Type="http://schemas.openxmlformats.org/officeDocument/2006/relationships/slide" Target="/ppt/slides/slide17.xml" Id="Rbd1b9f6c27384b72" /><Relationship Type="http://schemas.openxmlformats.org/officeDocument/2006/relationships/slide" Target="/ppt/slides/slide18.xml" Id="Rf340638dad6a4cba" /><Relationship Type="http://schemas.openxmlformats.org/officeDocument/2006/relationships/slide" Target="/ppt/slides/slide19.xml" Id="R49f08ee180c7460e" /><Relationship Type="http://schemas.openxmlformats.org/officeDocument/2006/relationships/slide" Target="/ppt/slides/slide20.xml" Id="R5d1ceb90e6ca4a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fe709f60034b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728402679b4be8" /><Relationship Type="http://schemas.openxmlformats.org/officeDocument/2006/relationships/notesMaster" Target="/ppt/notesMasters/notesMaster1.xml" Id="Rdab179941d4945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d4a90258ec474e" /><Relationship Type="http://schemas.openxmlformats.org/officeDocument/2006/relationships/notesMaster" Target="/ppt/notesMasters/notesMaster1.xml" Id="R4f463f49490e40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e190bdad4e4c53" /><Relationship Type="http://schemas.openxmlformats.org/officeDocument/2006/relationships/notesMaster" Target="/ppt/notesMasters/notesMaster1.xml" Id="R8c9d1f2d38b44c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fa974815134fb2" /><Relationship Type="http://schemas.openxmlformats.org/officeDocument/2006/relationships/notesMaster" Target="/ppt/notesMasters/notesMaster1.xml" Id="Rb461fdccfd3548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cdc721352d4a86" /><Relationship Type="http://schemas.openxmlformats.org/officeDocument/2006/relationships/notesMaster" Target="/ppt/notesMasters/notesMaster1.xml" Id="R34630ccf15b141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da96b842b240d2" /><Relationship Type="http://schemas.openxmlformats.org/officeDocument/2006/relationships/notesMaster" Target="/ppt/notesMasters/notesMaster1.xml" Id="R7a369dcb2a0948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58b0511ba64484" /><Relationship Type="http://schemas.openxmlformats.org/officeDocument/2006/relationships/notesMaster" Target="/ppt/notesMasters/notesMaster1.xml" Id="Reea1d99a450743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530567c096418a" /><Relationship Type="http://schemas.openxmlformats.org/officeDocument/2006/relationships/notesMaster" Target="/ppt/notesMasters/notesMaster1.xml" Id="R71cd5d5efaca44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28aba946da4971" /><Relationship Type="http://schemas.openxmlformats.org/officeDocument/2006/relationships/notesMaster" Target="/ppt/notesMasters/notesMaster1.xml" Id="Rec7dd71fc10245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ed0d07227a48f3" /><Relationship Type="http://schemas.openxmlformats.org/officeDocument/2006/relationships/notesMaster" Target="/ppt/notesMasters/notesMaster1.xml" Id="Rf969ef79658442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e7a2d00e214431" /><Relationship Type="http://schemas.openxmlformats.org/officeDocument/2006/relationships/notesMaster" Target="/ppt/notesMasters/notesMaster1.xml" Id="Raeb07af9aa6a4c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ee59044dbc41f8" /><Relationship Type="http://schemas.openxmlformats.org/officeDocument/2006/relationships/notesMaster" Target="/ppt/notesMasters/notesMaster1.xml" Id="R081f0a6e3b6d4c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037219f6e54d29" /><Relationship Type="http://schemas.openxmlformats.org/officeDocument/2006/relationships/notesMaster" Target="/ppt/notesMasters/notesMaster1.xml" Id="R68f2ec85f66c45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06918a4ece4434" /><Relationship Type="http://schemas.openxmlformats.org/officeDocument/2006/relationships/notesMaster" Target="/ppt/notesMasters/notesMaster1.xml" Id="R58cd6d8624d94c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b535a68ef1437b" /><Relationship Type="http://schemas.openxmlformats.org/officeDocument/2006/relationships/notesMaster" Target="/ppt/notesMasters/notesMaster1.xml" Id="Rf4bdfdbb17f94a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ddfc41455e4ef9" /><Relationship Type="http://schemas.openxmlformats.org/officeDocument/2006/relationships/notesMaster" Target="/ppt/notesMasters/notesMaster1.xml" Id="R0d05494d1c4848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d34d117da1489c" /><Relationship Type="http://schemas.openxmlformats.org/officeDocument/2006/relationships/notesMaster" Target="/ppt/notesMasters/notesMaster1.xml" Id="R1e8eff4161d44a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8d8b270ee74d54" /><Relationship Type="http://schemas.openxmlformats.org/officeDocument/2006/relationships/notesMaster" Target="/ppt/notesMasters/notesMaster1.xml" Id="R5f3efcf5af4d42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36d7f5f0054def" /><Relationship Type="http://schemas.openxmlformats.org/officeDocument/2006/relationships/notesMaster" Target="/ppt/notesMasters/notesMaster1.xml" Id="R3e45cc0698c64c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4ad476e0bc4aa7" /><Relationship Type="http://schemas.openxmlformats.org/officeDocument/2006/relationships/notesMaster" Target="/ppt/notesMasters/notesMaster1.xml" Id="Rc1a7c64b9c6843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8c1a9c26344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e4951028854b60" /><Relationship Type="http://schemas.openxmlformats.org/officeDocument/2006/relationships/slideLayout" Target="/ppt/slideLayouts/slideLayout1.xml" Id="R81bd2d7b833e48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bd2d7b833e48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003ecae334db3" /><Relationship Type="http://schemas.openxmlformats.org/officeDocument/2006/relationships/image" Target="/ppt/media/image.png" Id="Rcfefbd365582432a" /><Relationship Type="http://schemas.openxmlformats.org/officeDocument/2006/relationships/notesSlide" Target="/ppt/notesSlides/notesSlide1.xml" Id="Rd775409739fd4b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3f12776f24ad4" /><Relationship Type="http://schemas.openxmlformats.org/officeDocument/2006/relationships/image" Target="/ppt/media/image2.png" Id="R31f76bd272b44fba" /><Relationship Type="http://schemas.openxmlformats.org/officeDocument/2006/relationships/notesSlide" Target="/ppt/notesSlides/notesSlide2.xml" Id="R1dfc16fb99b643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dfc95b9dc4f8d" /><Relationship Type="http://schemas.openxmlformats.org/officeDocument/2006/relationships/image" Target="/ppt/media/image3.png" Id="R4c44c74f2f064882" /><Relationship Type="http://schemas.openxmlformats.org/officeDocument/2006/relationships/notesSlide" Target="/ppt/notesSlides/notesSlide3.xml" Id="R2bc8574a861f4c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03c9b038a41e0" /><Relationship Type="http://schemas.openxmlformats.org/officeDocument/2006/relationships/image" Target="/ppt/media/image4.png" Id="Ref9a6f093c5341bf" /><Relationship Type="http://schemas.openxmlformats.org/officeDocument/2006/relationships/notesSlide" Target="/ppt/notesSlides/notesSlide4.xml" Id="R2f2e96364b4043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dceefd7fe4af5" /><Relationship Type="http://schemas.openxmlformats.org/officeDocument/2006/relationships/image" Target="/ppt/media/image5.png" Id="Rbc8bc24fd77e43ab" /><Relationship Type="http://schemas.openxmlformats.org/officeDocument/2006/relationships/notesSlide" Target="/ppt/notesSlides/notesSlide5.xml" Id="R216f8023771a4b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4a29a581141a4" /><Relationship Type="http://schemas.openxmlformats.org/officeDocument/2006/relationships/image" Target="/ppt/media/image6.png" Id="Rcc81323325bc4c34" /><Relationship Type="http://schemas.openxmlformats.org/officeDocument/2006/relationships/notesSlide" Target="/ppt/notesSlides/notesSlide6.xml" Id="R3e97130d944543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4ad023343463b" /><Relationship Type="http://schemas.openxmlformats.org/officeDocument/2006/relationships/image" Target="/ppt/media/image7.png" Id="Rd16b6a64193749ab" /><Relationship Type="http://schemas.openxmlformats.org/officeDocument/2006/relationships/notesSlide" Target="/ppt/notesSlides/notesSlide7.xml" Id="Rbb060df5d38349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1292d2820403f" /><Relationship Type="http://schemas.openxmlformats.org/officeDocument/2006/relationships/image" Target="/ppt/media/image8.png" Id="R3e7993bd90754f92" /><Relationship Type="http://schemas.openxmlformats.org/officeDocument/2006/relationships/notesSlide" Target="/ppt/notesSlides/notesSlide8.xml" Id="R57b7fd2001cc48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ac380d6d04175" /><Relationship Type="http://schemas.openxmlformats.org/officeDocument/2006/relationships/image" Target="/ppt/media/image9.png" Id="R3ad93e8b89784ea9" /><Relationship Type="http://schemas.openxmlformats.org/officeDocument/2006/relationships/notesSlide" Target="/ppt/notesSlides/notesSlide9.xml" Id="Re903abb3f84c49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7cfc972bf49b0" /><Relationship Type="http://schemas.openxmlformats.org/officeDocument/2006/relationships/image" Target="/ppt/media/image10.png" Id="Rd67b0542321d4c1a" /><Relationship Type="http://schemas.openxmlformats.org/officeDocument/2006/relationships/notesSlide" Target="/ppt/notesSlides/notesSlide10.xml" Id="Rdb77b63c3a2447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6ca53fcc843a8" /><Relationship Type="http://schemas.openxmlformats.org/officeDocument/2006/relationships/image" Target="/ppt/media/image11.png" Id="R4655c806e2014095" /><Relationship Type="http://schemas.openxmlformats.org/officeDocument/2006/relationships/notesSlide" Target="/ppt/notesSlides/notesSlide11.xml" Id="R25b544c77db943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7c890cfc04bdc" /><Relationship Type="http://schemas.openxmlformats.org/officeDocument/2006/relationships/image" Target="/ppt/media/image12.png" Id="R5133ed865dcd4d13" /><Relationship Type="http://schemas.openxmlformats.org/officeDocument/2006/relationships/notesSlide" Target="/ppt/notesSlides/notesSlide12.xml" Id="R3062a6afa39f4a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caa0c9b77424d" /><Relationship Type="http://schemas.openxmlformats.org/officeDocument/2006/relationships/image" Target="/ppt/media/image13.png" Id="Racf5de25c3384870" /><Relationship Type="http://schemas.openxmlformats.org/officeDocument/2006/relationships/notesSlide" Target="/ppt/notesSlides/notesSlide13.xml" Id="R05217a45054343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8ce482ef64249" /><Relationship Type="http://schemas.openxmlformats.org/officeDocument/2006/relationships/image" Target="/ppt/media/image14.png" Id="R82b75daec4c74c97" /><Relationship Type="http://schemas.openxmlformats.org/officeDocument/2006/relationships/notesSlide" Target="/ppt/notesSlides/notesSlide14.xml" Id="R2dcd7e50f01e4f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c1089f2444209" /><Relationship Type="http://schemas.openxmlformats.org/officeDocument/2006/relationships/image" Target="/ppt/media/image15.png" Id="Rd47582e8f8be4bb7" /><Relationship Type="http://schemas.openxmlformats.org/officeDocument/2006/relationships/notesSlide" Target="/ppt/notesSlides/notesSlide15.xml" Id="Re3da5cb269724a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d20a088594217" /><Relationship Type="http://schemas.openxmlformats.org/officeDocument/2006/relationships/image" Target="/ppt/media/image16.png" Id="Rbd16ab7038684bd9" /><Relationship Type="http://schemas.openxmlformats.org/officeDocument/2006/relationships/notesSlide" Target="/ppt/notesSlides/notesSlide16.xml" Id="Reedb6015025e46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8a2649e6d4f33" /><Relationship Type="http://schemas.openxmlformats.org/officeDocument/2006/relationships/image" Target="/ppt/media/image17.png" Id="R43c4f2cf7e8f4c82" /><Relationship Type="http://schemas.openxmlformats.org/officeDocument/2006/relationships/notesSlide" Target="/ppt/notesSlides/notesSlide17.xml" Id="R23c728857ea04c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913e0c6984a25" /><Relationship Type="http://schemas.openxmlformats.org/officeDocument/2006/relationships/image" Target="/ppt/media/image18.png" Id="Rccf3c6ce12e84694" /><Relationship Type="http://schemas.openxmlformats.org/officeDocument/2006/relationships/notesSlide" Target="/ppt/notesSlides/notesSlide18.xml" Id="R7b6ccfff505a4f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2733f9d884251" /><Relationship Type="http://schemas.openxmlformats.org/officeDocument/2006/relationships/image" Target="/ppt/media/image19.png" Id="Rbb79b4c102a44bfb" /><Relationship Type="http://schemas.openxmlformats.org/officeDocument/2006/relationships/notesSlide" Target="/ppt/notesSlides/notesSlide19.xml" Id="R8c31b1fdc4de4a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2f2191f1449b0" /><Relationship Type="http://schemas.openxmlformats.org/officeDocument/2006/relationships/image" Target="/ppt/media/image20.png" Id="Rcc666f0e025f4b33" /><Relationship Type="http://schemas.openxmlformats.org/officeDocument/2006/relationships/notesSlide" Target="/ppt/notesSlides/notesSlide20.xml" Id="R0ab1d4e8361e45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fbd365582432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64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76bd272b44fb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59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4c74f2f06488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2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a6f093c5341b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23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bc24fd77e43a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34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1323325bc4c3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159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b6a64193749a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4639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993bd90754f9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61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93e8b89784ea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56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b0542321d4c1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3110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5c806e201409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797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3ed865dcd4d1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799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5de25c338487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201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75daec4c74c9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3583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582e8f8be4bb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667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6ab7038684b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337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4f2cf7e8f4c8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6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3c6ce12e8469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977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9b4c102a44bf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06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66f0e025f4b3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73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2026-09-17T16:21:11.5780000Z</dcterms:created>
  <dcterms:modified xsi:type="dcterms:W3CDTF">2026-09-17T16:21:11.5780000Z</dcterms:modified>
</coreProperties>
</file>