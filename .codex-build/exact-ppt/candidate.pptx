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6f062e5b5546e8" /><Relationship Type="http://schemas.openxmlformats.org/officeDocument/2006/relationships/extended-properties" Target="/docProps/app.xml" Id="R35c3419f4e814a1d" /><Relationship Type="http://schemas.openxmlformats.org/officeDocument/2006/relationships/officeDocument" Target="/ppt/presentation.xml" Id="R4ceeb937558443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422a6e33074174"/>
  </p:sldMasterIdLst>
  <p:notesMasterIdLst>
    <p:notesMasterId xmlns:r="http://schemas.openxmlformats.org/officeDocument/2006/relationships" r:id="R3ccb58b6ae7a4cb4"/>
  </p:notesMasterIdLst>
  <p:sldIdLst>
    <p:sldId xmlns:r="http://schemas.openxmlformats.org/officeDocument/2006/relationships" id="256" r:id="Rc2d06e32d5204f39"/>
    <p:sldId xmlns:r="http://schemas.openxmlformats.org/officeDocument/2006/relationships" id="257" r:id="Rd0da9bbe9d7b44af"/>
    <p:sldId xmlns:r="http://schemas.openxmlformats.org/officeDocument/2006/relationships" id="258" r:id="Rcd36c155d5454063"/>
    <p:sldId xmlns:r="http://schemas.openxmlformats.org/officeDocument/2006/relationships" id="259" r:id="Rb7b3369e59de457c"/>
    <p:sldId xmlns:r="http://schemas.openxmlformats.org/officeDocument/2006/relationships" id="260" r:id="R2d80eec05d074f57"/>
    <p:sldId xmlns:r="http://schemas.openxmlformats.org/officeDocument/2006/relationships" id="261" r:id="Rc8c2fa8799f54c48"/>
    <p:sldId xmlns:r="http://schemas.openxmlformats.org/officeDocument/2006/relationships" id="262" r:id="Ra580e8d854234a24"/>
    <p:sldId xmlns:r="http://schemas.openxmlformats.org/officeDocument/2006/relationships" id="263" r:id="R7e46014084ff46ab"/>
    <p:sldId xmlns:r="http://schemas.openxmlformats.org/officeDocument/2006/relationships" id="264" r:id="Rd7bb6d8ea9464468"/>
    <p:sldId xmlns:r="http://schemas.openxmlformats.org/officeDocument/2006/relationships" id="265" r:id="R025f1efcbb874dba"/>
    <p:sldId xmlns:r="http://schemas.openxmlformats.org/officeDocument/2006/relationships" id="266" r:id="Rf83612a5b5224c9c"/>
    <p:sldId xmlns:r="http://schemas.openxmlformats.org/officeDocument/2006/relationships" id="267" r:id="Rd2dc1d4ca19a4516"/>
    <p:sldId xmlns:r="http://schemas.openxmlformats.org/officeDocument/2006/relationships" id="268" r:id="R8c1d058042e5493e"/>
    <p:sldId xmlns:r="http://schemas.openxmlformats.org/officeDocument/2006/relationships" id="269" r:id="R2949090c0d6243fb"/>
    <p:sldId xmlns:r="http://schemas.openxmlformats.org/officeDocument/2006/relationships" id="270" r:id="R59dac146b3c1475c"/>
    <p:sldId xmlns:r="http://schemas.openxmlformats.org/officeDocument/2006/relationships" id="271" r:id="R7bbfc8ab96b14cf3"/>
    <p:sldId xmlns:r="http://schemas.openxmlformats.org/officeDocument/2006/relationships" id="272" r:id="R62086bcf5e0c47ba"/>
    <p:sldId xmlns:r="http://schemas.openxmlformats.org/officeDocument/2006/relationships" id="273" r:id="R3238639249164c0c"/>
    <p:sldId xmlns:r="http://schemas.openxmlformats.org/officeDocument/2006/relationships" id="274" r:id="R6ebd2498111f4ba5"/>
    <p:sldId xmlns:r="http://schemas.openxmlformats.org/officeDocument/2006/relationships" id="275" r:id="R72fa5a936b2e41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59c9962c024691" /><Relationship Type="http://schemas.openxmlformats.org/officeDocument/2006/relationships/slideMaster" Target="/ppt/slideMasters/slideMaster1.xml" Id="R5e422a6e33074174" /><Relationship Type="http://schemas.openxmlformats.org/officeDocument/2006/relationships/notesMaster" Target="/ppt/notesMasters/notesMaster1.xml" Id="R3ccb58b6ae7a4cb4" /><Relationship Type="http://schemas.openxmlformats.org/officeDocument/2006/relationships/presProps" Target="/ppt/presProps.xml" Id="R480e411b4c104a18" /><Relationship Type="http://schemas.openxmlformats.org/officeDocument/2006/relationships/tableStyles" Target="/ppt/tableStyles.xml" Id="R95acc95a4f304a43" /><Relationship Type="http://schemas.openxmlformats.org/officeDocument/2006/relationships/slide" Target="/ppt/slides/slide1.xml" Id="Rc2d06e32d5204f39" /><Relationship Type="http://schemas.openxmlformats.org/officeDocument/2006/relationships/slide" Target="/ppt/slides/slide2.xml" Id="Rd0da9bbe9d7b44af" /><Relationship Type="http://schemas.openxmlformats.org/officeDocument/2006/relationships/slide" Target="/ppt/slides/slide3.xml" Id="Rcd36c155d5454063" /><Relationship Type="http://schemas.openxmlformats.org/officeDocument/2006/relationships/slide" Target="/ppt/slides/slide4.xml" Id="Rb7b3369e59de457c" /><Relationship Type="http://schemas.openxmlformats.org/officeDocument/2006/relationships/slide" Target="/ppt/slides/slide5.xml" Id="R2d80eec05d074f57" /><Relationship Type="http://schemas.openxmlformats.org/officeDocument/2006/relationships/slide" Target="/ppt/slides/slide6.xml" Id="Rc8c2fa8799f54c48" /><Relationship Type="http://schemas.openxmlformats.org/officeDocument/2006/relationships/slide" Target="/ppt/slides/slide7.xml" Id="Ra580e8d854234a24" /><Relationship Type="http://schemas.openxmlformats.org/officeDocument/2006/relationships/slide" Target="/ppt/slides/slide8.xml" Id="R7e46014084ff46ab" /><Relationship Type="http://schemas.openxmlformats.org/officeDocument/2006/relationships/slide" Target="/ppt/slides/slide9.xml" Id="Rd7bb6d8ea9464468" /><Relationship Type="http://schemas.openxmlformats.org/officeDocument/2006/relationships/slide" Target="/ppt/slides/slide10.xml" Id="R025f1efcbb874dba" /><Relationship Type="http://schemas.openxmlformats.org/officeDocument/2006/relationships/slide" Target="/ppt/slides/slide11.xml" Id="Rf83612a5b5224c9c" /><Relationship Type="http://schemas.openxmlformats.org/officeDocument/2006/relationships/slide" Target="/ppt/slides/slide12.xml" Id="Rd2dc1d4ca19a4516" /><Relationship Type="http://schemas.openxmlformats.org/officeDocument/2006/relationships/slide" Target="/ppt/slides/slide13.xml" Id="R8c1d058042e5493e" /><Relationship Type="http://schemas.openxmlformats.org/officeDocument/2006/relationships/slide" Target="/ppt/slides/slide14.xml" Id="R2949090c0d6243fb" /><Relationship Type="http://schemas.openxmlformats.org/officeDocument/2006/relationships/slide" Target="/ppt/slides/slide15.xml" Id="R59dac146b3c1475c" /><Relationship Type="http://schemas.openxmlformats.org/officeDocument/2006/relationships/slide" Target="/ppt/slides/slide16.xml" Id="R7bbfc8ab96b14cf3" /><Relationship Type="http://schemas.openxmlformats.org/officeDocument/2006/relationships/slide" Target="/ppt/slides/slide17.xml" Id="R62086bcf5e0c47ba" /><Relationship Type="http://schemas.openxmlformats.org/officeDocument/2006/relationships/slide" Target="/ppt/slides/slide18.xml" Id="R3238639249164c0c" /><Relationship Type="http://schemas.openxmlformats.org/officeDocument/2006/relationships/slide" Target="/ppt/slides/slide19.xml" Id="R6ebd2498111f4ba5" /><Relationship Type="http://schemas.openxmlformats.org/officeDocument/2006/relationships/slide" Target="/ppt/slides/slide20.xml" Id="R72fa5a936b2e41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e45762281841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5bd9fd308c40e7" /><Relationship Type="http://schemas.openxmlformats.org/officeDocument/2006/relationships/notesMaster" Target="/ppt/notesMasters/notesMaster1.xml" Id="R4237c2d7791f46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f1f396395240da" /><Relationship Type="http://schemas.openxmlformats.org/officeDocument/2006/relationships/notesMaster" Target="/ppt/notesMasters/notesMaster1.xml" Id="Re0a74c238b8640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cb661243af4de0" /><Relationship Type="http://schemas.openxmlformats.org/officeDocument/2006/relationships/notesMaster" Target="/ppt/notesMasters/notesMaster1.xml" Id="R23ce03c49bcd42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2f3d03160c47dd" /><Relationship Type="http://schemas.openxmlformats.org/officeDocument/2006/relationships/notesMaster" Target="/ppt/notesMasters/notesMaster1.xml" Id="Reb19681fe87e4c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feb38b09fd4634" /><Relationship Type="http://schemas.openxmlformats.org/officeDocument/2006/relationships/notesMaster" Target="/ppt/notesMasters/notesMaster1.xml" Id="R1afaacd4ef4e40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2529176e734177" /><Relationship Type="http://schemas.openxmlformats.org/officeDocument/2006/relationships/notesMaster" Target="/ppt/notesMasters/notesMaster1.xml" Id="Re39667ed495740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f4aca4a494461a" /><Relationship Type="http://schemas.openxmlformats.org/officeDocument/2006/relationships/notesMaster" Target="/ppt/notesMasters/notesMaster1.xml" Id="R803852fe650e4d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d4ac7e116d439e" /><Relationship Type="http://schemas.openxmlformats.org/officeDocument/2006/relationships/notesMaster" Target="/ppt/notesMasters/notesMaster1.xml" Id="R21f0832bbb6142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29bc0d15ee42e7" /><Relationship Type="http://schemas.openxmlformats.org/officeDocument/2006/relationships/notesMaster" Target="/ppt/notesMasters/notesMaster1.xml" Id="R23e019cc3dc248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5faf1ee4b64f0f" /><Relationship Type="http://schemas.openxmlformats.org/officeDocument/2006/relationships/notesMaster" Target="/ppt/notesMasters/notesMaster1.xml" Id="Reacc9503ffc44f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0ff519fd6d4f14" /><Relationship Type="http://schemas.openxmlformats.org/officeDocument/2006/relationships/notesMaster" Target="/ppt/notesMasters/notesMaster1.xml" Id="R345a83725e9c4c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9c28a20b2644a1" /><Relationship Type="http://schemas.openxmlformats.org/officeDocument/2006/relationships/notesMaster" Target="/ppt/notesMasters/notesMaster1.xml" Id="R1f70eca2fcb24e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9e0f58b58e4fb5" /><Relationship Type="http://schemas.openxmlformats.org/officeDocument/2006/relationships/notesMaster" Target="/ppt/notesMasters/notesMaster1.xml" Id="R386b7a74663b4a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308728b9854e4d" /><Relationship Type="http://schemas.openxmlformats.org/officeDocument/2006/relationships/notesMaster" Target="/ppt/notesMasters/notesMaster1.xml" Id="R13f76ed423184b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2d7079a63a9450c" /><Relationship Type="http://schemas.openxmlformats.org/officeDocument/2006/relationships/notesMaster" Target="/ppt/notesMasters/notesMaster1.xml" Id="R0b44427585ba44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60b4700d3346cc" /><Relationship Type="http://schemas.openxmlformats.org/officeDocument/2006/relationships/notesMaster" Target="/ppt/notesMasters/notesMaster1.xml" Id="Rdf99a103cf2e46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8792545e3e540e6" /><Relationship Type="http://schemas.openxmlformats.org/officeDocument/2006/relationships/notesMaster" Target="/ppt/notesMasters/notesMaster1.xml" Id="Rf93fbe3b1189464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48f5d422737418e" /><Relationship Type="http://schemas.openxmlformats.org/officeDocument/2006/relationships/notesMaster" Target="/ppt/notesMasters/notesMaster1.xml" Id="Rd94e042cad834a3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318d07810eb4d82" /><Relationship Type="http://schemas.openxmlformats.org/officeDocument/2006/relationships/notesMaster" Target="/ppt/notesMasters/notesMaster1.xml" Id="R22ec3cce63c04c5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a742dec42564399" /><Relationship Type="http://schemas.openxmlformats.org/officeDocument/2006/relationships/notesMaster" Target="/ppt/notesMasters/notesMaster1.xml" Id="Red9ca465e96c42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674fb0ced94f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bcf451315342ba" /><Relationship Type="http://schemas.openxmlformats.org/officeDocument/2006/relationships/slideLayout" Target="/ppt/slideLayouts/slideLayout1.xml" Id="R8b0445987f7248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0445987f7248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d43dae5544ed0" /><Relationship Type="http://schemas.openxmlformats.org/officeDocument/2006/relationships/image" Target="/ppt/media/image.png" Id="Ra7e16bed86c84ad9" /><Relationship Type="http://schemas.openxmlformats.org/officeDocument/2006/relationships/notesSlide" Target="/ppt/notesSlides/notesSlide1.xml" Id="R9210b1046c154f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cd70af2e343b7" /><Relationship Type="http://schemas.openxmlformats.org/officeDocument/2006/relationships/image" Target="/ppt/media/image2.png" Id="R124f0e525d284b28" /><Relationship Type="http://schemas.openxmlformats.org/officeDocument/2006/relationships/notesSlide" Target="/ppt/notesSlides/notesSlide2.xml" Id="Rcdb47d33b2ef43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9c7a638c94d90" /><Relationship Type="http://schemas.openxmlformats.org/officeDocument/2006/relationships/image" Target="/ppt/media/image3.png" Id="R9a1e6f10e48a44f0" /><Relationship Type="http://schemas.openxmlformats.org/officeDocument/2006/relationships/notesSlide" Target="/ppt/notesSlides/notesSlide3.xml" Id="R340fdd94167744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1840cceca49ba" /><Relationship Type="http://schemas.openxmlformats.org/officeDocument/2006/relationships/image" Target="/ppt/media/image4.png" Id="R30fffbdb15c74633" /><Relationship Type="http://schemas.openxmlformats.org/officeDocument/2006/relationships/notesSlide" Target="/ppt/notesSlides/notesSlide4.xml" Id="R85f3b2fd788149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abcf0244c4989" /><Relationship Type="http://schemas.openxmlformats.org/officeDocument/2006/relationships/image" Target="/ppt/media/image5.png" Id="R94b5a9e995194ce5" /><Relationship Type="http://schemas.openxmlformats.org/officeDocument/2006/relationships/notesSlide" Target="/ppt/notesSlides/notesSlide5.xml" Id="R40d1e8c677e441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b5498689b4ec4" /><Relationship Type="http://schemas.openxmlformats.org/officeDocument/2006/relationships/image" Target="/ppt/media/image6.png" Id="R2485b8e05ba74b4b" /><Relationship Type="http://schemas.openxmlformats.org/officeDocument/2006/relationships/notesSlide" Target="/ppt/notesSlides/notesSlide6.xml" Id="R246e62616dca42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e69be9fcd43c2" /><Relationship Type="http://schemas.openxmlformats.org/officeDocument/2006/relationships/image" Target="/ppt/media/image7.png" Id="R7db7812d7b424910" /><Relationship Type="http://schemas.openxmlformats.org/officeDocument/2006/relationships/notesSlide" Target="/ppt/notesSlides/notesSlide7.xml" Id="Rf5b23a4c8fdf49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ae1ba75f145d3" /><Relationship Type="http://schemas.openxmlformats.org/officeDocument/2006/relationships/image" Target="/ppt/media/image8.png" Id="R24cd634978964962" /><Relationship Type="http://schemas.openxmlformats.org/officeDocument/2006/relationships/notesSlide" Target="/ppt/notesSlides/notesSlide8.xml" Id="Racf02bc329b544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f1fdf92e54db8" /><Relationship Type="http://schemas.openxmlformats.org/officeDocument/2006/relationships/image" Target="/ppt/media/image9.png" Id="R3c29d9f7cced4167" /><Relationship Type="http://schemas.openxmlformats.org/officeDocument/2006/relationships/notesSlide" Target="/ppt/notesSlides/notesSlide9.xml" Id="R8c616dd9dfe542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4a87200ca4777" /><Relationship Type="http://schemas.openxmlformats.org/officeDocument/2006/relationships/image" Target="/ppt/media/image10.png" Id="Rf0f4af87c5f443bd" /><Relationship Type="http://schemas.openxmlformats.org/officeDocument/2006/relationships/notesSlide" Target="/ppt/notesSlides/notesSlide10.xml" Id="Rfff061df8c7548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399c53d6e42f3" /><Relationship Type="http://schemas.openxmlformats.org/officeDocument/2006/relationships/image" Target="/ppt/media/image11.png" Id="R90967ebdcce341bf" /><Relationship Type="http://schemas.openxmlformats.org/officeDocument/2006/relationships/notesSlide" Target="/ppt/notesSlides/notesSlide11.xml" Id="Radaab97c24034a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4a47f31b6461d" /><Relationship Type="http://schemas.openxmlformats.org/officeDocument/2006/relationships/image" Target="/ppt/media/image12.png" Id="R0a9ea84b885a4a92" /><Relationship Type="http://schemas.openxmlformats.org/officeDocument/2006/relationships/notesSlide" Target="/ppt/notesSlides/notesSlide12.xml" Id="R0d1009675e8041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b38d509854672" /><Relationship Type="http://schemas.openxmlformats.org/officeDocument/2006/relationships/image" Target="/ppt/media/image13.png" Id="R773fd018c87a48b2" /><Relationship Type="http://schemas.openxmlformats.org/officeDocument/2006/relationships/notesSlide" Target="/ppt/notesSlides/notesSlide13.xml" Id="Re9a3896381084e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c52634f544f47" /><Relationship Type="http://schemas.openxmlformats.org/officeDocument/2006/relationships/image" Target="/ppt/media/image14.png" Id="R13bdffb292634844" /><Relationship Type="http://schemas.openxmlformats.org/officeDocument/2006/relationships/notesSlide" Target="/ppt/notesSlides/notesSlide14.xml" Id="R383bbb83e61f4e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cc6db657748e9" /><Relationship Type="http://schemas.openxmlformats.org/officeDocument/2006/relationships/image" Target="/ppt/media/image15.png" Id="R3f3bf87172764c6a" /><Relationship Type="http://schemas.openxmlformats.org/officeDocument/2006/relationships/notesSlide" Target="/ppt/notesSlides/notesSlide15.xml" Id="R534daac2025e41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51c5808d04487" /><Relationship Type="http://schemas.openxmlformats.org/officeDocument/2006/relationships/image" Target="/ppt/media/image16.png" Id="R0ae7d08c2a574b85" /><Relationship Type="http://schemas.openxmlformats.org/officeDocument/2006/relationships/notesSlide" Target="/ppt/notesSlides/notesSlide16.xml" Id="R55aa1603027d45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f869efde14bfb" /><Relationship Type="http://schemas.openxmlformats.org/officeDocument/2006/relationships/image" Target="/ppt/media/image17.png" Id="R9aa5b2a6b3b74b4c" /><Relationship Type="http://schemas.openxmlformats.org/officeDocument/2006/relationships/notesSlide" Target="/ppt/notesSlides/notesSlide17.xml" Id="R2143c2d4beb5424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a81a10d884da1" /><Relationship Type="http://schemas.openxmlformats.org/officeDocument/2006/relationships/image" Target="/ppt/media/image18.png" Id="Rf54343118c6949a3" /><Relationship Type="http://schemas.openxmlformats.org/officeDocument/2006/relationships/notesSlide" Target="/ppt/notesSlides/notesSlide18.xml" Id="R334d39b65235456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fd71992b64367" /><Relationship Type="http://schemas.openxmlformats.org/officeDocument/2006/relationships/image" Target="/ppt/media/image19.png" Id="Rccdf6bfc446d4b61" /><Relationship Type="http://schemas.openxmlformats.org/officeDocument/2006/relationships/notesSlide" Target="/ppt/notesSlides/notesSlide19.xml" Id="Raad87472ac654bf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55a895a724b15" /><Relationship Type="http://schemas.openxmlformats.org/officeDocument/2006/relationships/image" Target="/ppt/media/image20.png" Id="Rba59cf725f9944ed" /><Relationship Type="http://schemas.openxmlformats.org/officeDocument/2006/relationships/notesSlide" Target="/ppt/notesSlides/notesSlide20.xml" Id="R50ceee0877ad4e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16bed86c84ad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4476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f0e525d284b2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7792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e6f10e48a44f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2165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ffbdb15c7463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421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5a9e995194ce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972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5b8e05ba74b4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764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7812d7b42491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8847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d63497896496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419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9d9f7cced416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7676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4af87c5f443b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1474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67ebdcce341b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207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ea84b885a4a9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9546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fd018c87a48b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4580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dffb29263484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21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bf87172764c6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7517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7d08c2a574b8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419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5b2a6b3b74b4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71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343118c6949a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4651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f6bfc446d4b6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1732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9cf725f9944e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151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2026-09-17T16:50:53.7940000Z</dcterms:created>
  <dcterms:modified xsi:type="dcterms:W3CDTF">2026-09-17T16:50:53.7940000Z</dcterms:modified>
</coreProperties>
</file>